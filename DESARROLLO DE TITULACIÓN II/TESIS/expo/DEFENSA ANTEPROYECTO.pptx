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9" r:id="rId2"/>
    <p:sldId id="257" r:id="rId3"/>
    <p:sldId id="262" r:id="rId4"/>
    <p:sldId id="261" r:id="rId5"/>
    <p:sldId id="278" r:id="rId6"/>
    <p:sldId id="275" r:id="rId7"/>
    <p:sldId id="277" r:id="rId8"/>
    <p:sldId id="270" r:id="rId9"/>
    <p:sldId id="273" r:id="rId10"/>
    <p:sldId id="274" r:id="rId11"/>
    <p:sldId id="272" r:id="rId12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850" y="43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4">
  <dgm:title val=""/>
  <dgm:desc val=""/>
  <dgm:catLst>
    <dgm:cat type="colorful" pri="10400"/>
  </dgm:catLst>
  <dgm:styleLbl name="node0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/>
      <a:schemeClr val="accent5"/>
    </dgm:fillClrLst>
    <dgm:linClrLst>
      <a:schemeClr val="accent4"/>
      <a:schemeClr val="accent5"/>
    </dgm:linClrLst>
    <dgm:effectClrLst/>
    <dgm:txLinClrLst/>
    <dgm:txFillClrLst/>
    <dgm:txEffectClrLst/>
  </dgm:styleLbl>
  <dgm:styleLbl name="lnNode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alpha val="50000"/>
      </a:schemeClr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</a:schemeClr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5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4"/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4"/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4"/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4">
        <a:tint val="40000"/>
        <a:alpha val="90000"/>
      </a:schemeClr>
      <a:schemeClr val="accent5">
        <a:tint val="40000"/>
        <a:alpha val="90000"/>
      </a:schemeClr>
    </dgm:fillClrLst>
    <dgm:linClrLst>
      <a:schemeClr val="accent4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D441CAD-EE1B-4915-9DE1-E7D1E7ABFA60}" type="doc">
      <dgm:prSet loTypeId="urn:microsoft.com/office/officeart/2008/layout/CaptionedPictures" loCatId="picture" qsTypeId="urn:microsoft.com/office/officeart/2005/8/quickstyle/simple3" qsCatId="simple" csTypeId="urn:microsoft.com/office/officeart/2005/8/colors/colorful4" csCatId="colorful" phldr="1"/>
      <dgm:spPr/>
      <dgm:t>
        <a:bodyPr/>
        <a:lstStyle/>
        <a:p>
          <a:endParaRPr lang="es-419"/>
        </a:p>
      </dgm:t>
    </dgm:pt>
    <dgm:pt modelId="{8D6D834E-14FD-4418-BE22-874D34B1EF93}">
      <dgm:prSet phldrT="[Texto]"/>
      <dgm:spPr/>
      <dgm:t>
        <a:bodyPr/>
        <a:lstStyle/>
        <a:p>
          <a:r>
            <a:rPr lang="es-419" b="1" dirty="0"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rPr>
            <a:t>Esbozar un modelo…. </a:t>
          </a:r>
          <a:endParaRPr lang="es-419" dirty="0"/>
        </a:p>
      </dgm:t>
    </dgm:pt>
    <dgm:pt modelId="{89C9E7AF-0979-4264-9560-65BD81081A2D}" type="parTrans" cxnId="{14DE1F90-4B3E-4C80-878F-735C21A0C2B2}">
      <dgm:prSet/>
      <dgm:spPr/>
      <dgm:t>
        <a:bodyPr/>
        <a:lstStyle/>
        <a:p>
          <a:endParaRPr lang="es-419"/>
        </a:p>
      </dgm:t>
    </dgm:pt>
    <dgm:pt modelId="{988F0333-3F78-4CCA-9EFB-6BFA4171AD33}" type="sibTrans" cxnId="{14DE1F90-4B3E-4C80-878F-735C21A0C2B2}">
      <dgm:prSet/>
      <dgm:spPr/>
      <dgm:t>
        <a:bodyPr/>
        <a:lstStyle/>
        <a:p>
          <a:endParaRPr lang="es-419"/>
        </a:p>
      </dgm:t>
    </dgm:pt>
    <dgm:pt modelId="{AB8591B9-4CFA-4283-B617-8670195F0FCC}">
      <dgm:prSet phldrT="[Texto]"/>
      <dgm:spPr/>
      <dgm:t>
        <a:bodyPr/>
        <a:lstStyle/>
        <a:p>
          <a:endParaRPr lang="es-419" dirty="0"/>
        </a:p>
      </dgm:t>
    </dgm:pt>
    <dgm:pt modelId="{174B0A88-BA09-40ED-AC7D-4AEF54FA3CA9}" type="parTrans" cxnId="{5A7DA525-8DCD-4044-B841-2A588D113E64}">
      <dgm:prSet/>
      <dgm:spPr/>
      <dgm:t>
        <a:bodyPr/>
        <a:lstStyle/>
        <a:p>
          <a:endParaRPr lang="es-419"/>
        </a:p>
      </dgm:t>
    </dgm:pt>
    <dgm:pt modelId="{8F0EC413-1EAC-4988-A600-01FAD8160774}" type="sibTrans" cxnId="{5A7DA525-8DCD-4044-B841-2A588D113E64}">
      <dgm:prSet/>
      <dgm:spPr/>
      <dgm:t>
        <a:bodyPr/>
        <a:lstStyle/>
        <a:p>
          <a:endParaRPr lang="es-419"/>
        </a:p>
      </dgm:t>
    </dgm:pt>
    <dgm:pt modelId="{88E2C7CF-24D6-49C9-A44D-D97015A905DC}">
      <dgm:prSet phldrT="[Texto]"/>
      <dgm:spPr/>
      <dgm:t>
        <a:bodyPr/>
        <a:lstStyle/>
        <a:p>
          <a:r>
            <a:rPr lang="es-419" b="1" dirty="0"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rPr>
            <a:t>Determinar la usabilidad…</a:t>
          </a:r>
          <a:endParaRPr lang="es-419" dirty="0"/>
        </a:p>
      </dgm:t>
    </dgm:pt>
    <dgm:pt modelId="{5498A48E-2F76-4CE9-B4E3-5B025905A9B6}" type="parTrans" cxnId="{64422071-9222-4650-A63F-584839BD9851}">
      <dgm:prSet/>
      <dgm:spPr/>
      <dgm:t>
        <a:bodyPr/>
        <a:lstStyle/>
        <a:p>
          <a:endParaRPr lang="es-419"/>
        </a:p>
      </dgm:t>
    </dgm:pt>
    <dgm:pt modelId="{47FD334C-699F-4D15-9F82-91250042AF84}" type="sibTrans" cxnId="{64422071-9222-4650-A63F-584839BD9851}">
      <dgm:prSet/>
      <dgm:spPr/>
      <dgm:t>
        <a:bodyPr/>
        <a:lstStyle/>
        <a:p>
          <a:endParaRPr lang="es-419"/>
        </a:p>
      </dgm:t>
    </dgm:pt>
    <dgm:pt modelId="{2EEA7EB0-817B-4676-BB81-7DA0A41B995A}">
      <dgm:prSet phldrT="[Texto]"/>
      <dgm:spPr/>
      <dgm:t>
        <a:bodyPr/>
        <a:lstStyle/>
        <a:p>
          <a:r>
            <a:rPr lang="es-419" b="1" dirty="0"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rPr>
            <a:t> </a:t>
          </a:r>
          <a:endParaRPr lang="es-419" dirty="0"/>
        </a:p>
      </dgm:t>
    </dgm:pt>
    <dgm:pt modelId="{3DD5C135-72F0-4C8A-B8E4-23E091A2210C}" type="parTrans" cxnId="{E1F40A18-1AEF-4D29-B65A-9DF55112038E}">
      <dgm:prSet/>
      <dgm:spPr/>
      <dgm:t>
        <a:bodyPr/>
        <a:lstStyle/>
        <a:p>
          <a:endParaRPr lang="es-419"/>
        </a:p>
      </dgm:t>
    </dgm:pt>
    <dgm:pt modelId="{12ADABB4-B184-4B34-8566-0DD763788F10}" type="sibTrans" cxnId="{E1F40A18-1AEF-4D29-B65A-9DF55112038E}">
      <dgm:prSet/>
      <dgm:spPr/>
      <dgm:t>
        <a:bodyPr/>
        <a:lstStyle/>
        <a:p>
          <a:endParaRPr lang="es-419"/>
        </a:p>
      </dgm:t>
    </dgm:pt>
    <dgm:pt modelId="{7E7558A5-E4FE-4222-9557-799460FFB6E8}">
      <dgm:prSet phldrT="[Texto]"/>
      <dgm:spPr/>
      <dgm:t>
        <a:bodyPr/>
        <a:lstStyle/>
        <a:p>
          <a:endParaRPr lang="es-419" dirty="0"/>
        </a:p>
      </dgm:t>
    </dgm:pt>
    <dgm:pt modelId="{6D5B6F90-2FCC-47C5-B15B-10248FE0DC4A}" type="sibTrans" cxnId="{08560A9B-A170-4F62-89B9-A5EAD055D328}">
      <dgm:prSet/>
      <dgm:spPr/>
      <dgm:t>
        <a:bodyPr/>
        <a:lstStyle/>
        <a:p>
          <a:endParaRPr lang="es-419"/>
        </a:p>
      </dgm:t>
    </dgm:pt>
    <dgm:pt modelId="{9DEF21DC-EC6C-40C6-BA7A-B1625930505F}" type="parTrans" cxnId="{08560A9B-A170-4F62-89B9-A5EAD055D328}">
      <dgm:prSet/>
      <dgm:spPr/>
      <dgm:t>
        <a:bodyPr/>
        <a:lstStyle/>
        <a:p>
          <a:endParaRPr lang="es-419"/>
        </a:p>
      </dgm:t>
    </dgm:pt>
    <dgm:pt modelId="{61C147BE-11F8-4F5C-9E8F-0A7BEBAFCCF3}">
      <dgm:prSet phldrT="[Texto]"/>
      <dgm:spPr/>
      <dgm:t>
        <a:bodyPr/>
        <a:lstStyle/>
        <a:p>
          <a:r>
            <a:rPr lang="es-419" b="1" dirty="0"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rPr>
            <a:t>Diseñar una aplicación web…</a:t>
          </a:r>
          <a:endParaRPr lang="es-419" dirty="0"/>
        </a:p>
      </dgm:t>
    </dgm:pt>
    <dgm:pt modelId="{3DD8DCCE-4540-460C-BA8F-6C1DC991F6F1}" type="parTrans" cxnId="{EE3F3D91-EC73-4B52-9E22-88B25E2C0BC3}">
      <dgm:prSet/>
      <dgm:spPr/>
      <dgm:t>
        <a:bodyPr/>
        <a:lstStyle/>
        <a:p>
          <a:endParaRPr lang="es-419"/>
        </a:p>
      </dgm:t>
    </dgm:pt>
    <dgm:pt modelId="{A1BFA471-B4FA-4263-A716-5C431AE681B3}" type="sibTrans" cxnId="{EE3F3D91-EC73-4B52-9E22-88B25E2C0BC3}">
      <dgm:prSet/>
      <dgm:spPr/>
      <dgm:t>
        <a:bodyPr/>
        <a:lstStyle/>
        <a:p>
          <a:endParaRPr lang="es-419"/>
        </a:p>
      </dgm:t>
    </dgm:pt>
    <dgm:pt modelId="{69014C87-3A66-4072-A4C6-5C5C681014F4}" type="pres">
      <dgm:prSet presAssocID="{8D441CAD-EE1B-4915-9DE1-E7D1E7ABFA60}" presName="Name0" presStyleCnt="0">
        <dgm:presLayoutVars>
          <dgm:chMax/>
          <dgm:chPref/>
          <dgm:dir/>
        </dgm:presLayoutVars>
      </dgm:prSet>
      <dgm:spPr/>
    </dgm:pt>
    <dgm:pt modelId="{D5600B47-2E2D-436E-BA42-86C510300967}" type="pres">
      <dgm:prSet presAssocID="{2EEA7EB0-817B-4676-BB81-7DA0A41B995A}" presName="composite" presStyleCnt="0">
        <dgm:presLayoutVars>
          <dgm:chMax val="1"/>
          <dgm:chPref val="1"/>
        </dgm:presLayoutVars>
      </dgm:prSet>
      <dgm:spPr/>
    </dgm:pt>
    <dgm:pt modelId="{743A36EC-2EBC-48A0-B530-DBE8D05B42EA}" type="pres">
      <dgm:prSet presAssocID="{2EEA7EB0-817B-4676-BB81-7DA0A41B995A}" presName="Accent" presStyleLbl="trAlignAcc1" presStyleIdx="0" presStyleCnt="3">
        <dgm:presLayoutVars>
          <dgm:chMax val="0"/>
          <dgm:chPref val="0"/>
        </dgm:presLayoutVars>
      </dgm:prSet>
      <dgm:spPr/>
    </dgm:pt>
    <dgm:pt modelId="{3813A709-4597-4AF3-BDD6-B5034D195CA8}" type="pres">
      <dgm:prSet presAssocID="{2EEA7EB0-817B-4676-BB81-7DA0A41B995A}" presName="Image" presStyleLbl="alignImgPlace1" presStyleIdx="0" presStyleCnt="3">
        <dgm:presLayoutVars>
          <dgm:chMax val="0"/>
          <dgm:chPref val="0"/>
        </dgm:presLayoutVars>
      </dgm:prSet>
      <dgm:spPr>
        <a:blipFill>
          <a:blip xmlns:r="http://schemas.openxmlformats.org/officeDocument/2006/relationships" r:embed="rId1"/>
          <a:srcRect/>
          <a:stretch>
            <a:fillRect t="-23000" b="-23000"/>
          </a:stretch>
        </a:blipFill>
      </dgm:spPr>
    </dgm:pt>
    <dgm:pt modelId="{C39164D6-EC12-4CFA-B514-95096B608206}" type="pres">
      <dgm:prSet presAssocID="{2EEA7EB0-817B-4676-BB81-7DA0A41B995A}" presName="ChildComposite" presStyleCnt="0"/>
      <dgm:spPr/>
    </dgm:pt>
    <dgm:pt modelId="{E506E014-8F30-4F85-B31C-00C01004188E}" type="pres">
      <dgm:prSet presAssocID="{2EEA7EB0-817B-4676-BB81-7DA0A41B995A}" presName="Child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79DBAB17-08E3-4471-B024-C1FE01D5D4F9}" type="pres">
      <dgm:prSet presAssocID="{2EEA7EB0-817B-4676-BB81-7DA0A41B995A}" presName="Parent" presStyleLbl="revTx" presStyleIdx="0" presStyleCnt="3">
        <dgm:presLayoutVars>
          <dgm:chMax val="1"/>
          <dgm:chPref val="0"/>
          <dgm:bulletEnabled val="1"/>
        </dgm:presLayoutVars>
      </dgm:prSet>
      <dgm:spPr/>
    </dgm:pt>
    <dgm:pt modelId="{6A66423E-EB50-4825-8421-070A5F3C36F6}" type="pres">
      <dgm:prSet presAssocID="{12ADABB4-B184-4B34-8566-0DD763788F10}" presName="sibTrans" presStyleCnt="0"/>
      <dgm:spPr/>
    </dgm:pt>
    <dgm:pt modelId="{0B04A9C5-77D4-4489-9DD5-66767FF4A5A5}" type="pres">
      <dgm:prSet presAssocID="{7E7558A5-E4FE-4222-9557-799460FFB6E8}" presName="composite" presStyleCnt="0">
        <dgm:presLayoutVars>
          <dgm:chMax val="1"/>
          <dgm:chPref val="1"/>
        </dgm:presLayoutVars>
      </dgm:prSet>
      <dgm:spPr/>
    </dgm:pt>
    <dgm:pt modelId="{138343C9-153C-4215-8CBE-669965422179}" type="pres">
      <dgm:prSet presAssocID="{7E7558A5-E4FE-4222-9557-799460FFB6E8}" presName="Accent" presStyleLbl="trAlignAcc1" presStyleIdx="1" presStyleCnt="3">
        <dgm:presLayoutVars>
          <dgm:chMax val="0"/>
          <dgm:chPref val="0"/>
        </dgm:presLayoutVars>
      </dgm:prSet>
      <dgm:spPr/>
    </dgm:pt>
    <dgm:pt modelId="{638EF239-D0D5-4AEE-B9B0-389AF46D2613}" type="pres">
      <dgm:prSet presAssocID="{7E7558A5-E4FE-4222-9557-799460FFB6E8}" presName="Image" presStyleLbl="alignImgPlace1" presStyleIdx="1" presStyleCnt="3">
        <dgm:presLayoutVars>
          <dgm:chMax val="0"/>
          <dgm:chPref val="0"/>
        </dgm:presLayoutVars>
      </dgm:prSet>
      <dgm:spPr>
        <a:blipFill>
          <a:blip xmlns:r="http://schemas.openxmlformats.org/officeDocument/2006/relationships" r:embed="rId2"/>
          <a:srcRect/>
          <a:stretch>
            <a:fillRect t="-9000" b="-9000"/>
          </a:stretch>
        </a:blipFill>
      </dgm:spPr>
    </dgm:pt>
    <dgm:pt modelId="{4573E2B5-1CEE-454B-91D0-75AF4F6B785E}" type="pres">
      <dgm:prSet presAssocID="{7E7558A5-E4FE-4222-9557-799460FFB6E8}" presName="ChildComposite" presStyleCnt="0"/>
      <dgm:spPr/>
    </dgm:pt>
    <dgm:pt modelId="{EF4187A5-3BC6-4C31-BD49-BD300DD9C3A3}" type="pres">
      <dgm:prSet presAssocID="{7E7558A5-E4FE-4222-9557-799460FFB6E8}" presName="Child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C9BF6793-5EF5-4681-B60D-C670B19992C3}" type="pres">
      <dgm:prSet presAssocID="{7E7558A5-E4FE-4222-9557-799460FFB6E8}" presName="Parent" presStyleLbl="revTx" presStyleIdx="1" presStyleCnt="3">
        <dgm:presLayoutVars>
          <dgm:chMax val="1"/>
          <dgm:chPref val="0"/>
          <dgm:bulletEnabled val="1"/>
        </dgm:presLayoutVars>
      </dgm:prSet>
      <dgm:spPr/>
    </dgm:pt>
    <dgm:pt modelId="{7E191C38-9C77-4396-AC56-2B74B9D4BF53}" type="pres">
      <dgm:prSet presAssocID="{6D5B6F90-2FCC-47C5-B15B-10248FE0DC4A}" presName="sibTrans" presStyleCnt="0"/>
      <dgm:spPr/>
    </dgm:pt>
    <dgm:pt modelId="{C4003496-8141-4B3A-8849-EBD42C3DD926}" type="pres">
      <dgm:prSet presAssocID="{AB8591B9-4CFA-4283-B617-8670195F0FCC}" presName="composite" presStyleCnt="0">
        <dgm:presLayoutVars>
          <dgm:chMax val="1"/>
          <dgm:chPref val="1"/>
        </dgm:presLayoutVars>
      </dgm:prSet>
      <dgm:spPr/>
    </dgm:pt>
    <dgm:pt modelId="{9E572937-C28B-4D48-96D0-40E6CC36BFDC}" type="pres">
      <dgm:prSet presAssocID="{AB8591B9-4CFA-4283-B617-8670195F0FCC}" presName="Accent" presStyleLbl="trAlignAcc1" presStyleIdx="2" presStyleCnt="3">
        <dgm:presLayoutVars>
          <dgm:chMax val="0"/>
          <dgm:chPref val="0"/>
        </dgm:presLayoutVars>
      </dgm:prSet>
      <dgm:spPr/>
    </dgm:pt>
    <dgm:pt modelId="{AC3345A2-FADB-4B38-BD17-51B26D77C3DC}" type="pres">
      <dgm:prSet presAssocID="{AB8591B9-4CFA-4283-B617-8670195F0FCC}" presName="Image" presStyleLbl="alignImgPlace1" presStyleIdx="2" presStyleCnt="3">
        <dgm:presLayoutVars>
          <dgm:chMax val="0"/>
          <dgm:chPref val="0"/>
        </dgm:presLayoutVars>
      </dgm:prSet>
      <dgm:spPr>
        <a:blipFill>
          <a:blip xmlns:r="http://schemas.openxmlformats.org/officeDocument/2006/relationships" r:embed="rId3"/>
          <a:srcRect/>
          <a:stretch>
            <a:fillRect t="-9000" b="-9000"/>
          </a:stretch>
        </a:blipFill>
      </dgm:spPr>
    </dgm:pt>
    <dgm:pt modelId="{FFE43C02-3119-4388-8CA3-6EDFF7A0BDC8}" type="pres">
      <dgm:prSet presAssocID="{AB8591B9-4CFA-4283-B617-8670195F0FCC}" presName="ChildComposite" presStyleCnt="0"/>
      <dgm:spPr/>
    </dgm:pt>
    <dgm:pt modelId="{C7E6ED16-2581-4C17-8CAE-A87BE42F563A}" type="pres">
      <dgm:prSet presAssocID="{AB8591B9-4CFA-4283-B617-8670195F0FCC}" presName="Child" presStyleLbl="node1" presStyleIdx="2" presStyleCnt="3">
        <dgm:presLayoutVars>
          <dgm:chMax val="0"/>
          <dgm:chPref val="0"/>
          <dgm:bulletEnabled val="1"/>
        </dgm:presLayoutVars>
      </dgm:prSet>
      <dgm:spPr/>
    </dgm:pt>
    <dgm:pt modelId="{9BBF4212-A95E-4B75-B8AE-0721B54F06F0}" type="pres">
      <dgm:prSet presAssocID="{AB8591B9-4CFA-4283-B617-8670195F0FCC}" presName="Parent" presStyleLbl="revTx" presStyleIdx="2" presStyleCnt="3">
        <dgm:presLayoutVars>
          <dgm:chMax val="1"/>
          <dgm:chPref val="0"/>
          <dgm:bulletEnabled val="1"/>
        </dgm:presLayoutVars>
      </dgm:prSet>
      <dgm:spPr/>
    </dgm:pt>
  </dgm:ptLst>
  <dgm:cxnLst>
    <dgm:cxn modelId="{696E5201-F1BC-41A6-B1B7-3310DE5325D9}" type="presOf" srcId="{88E2C7CF-24D6-49C9-A44D-D97015A905DC}" destId="{C7E6ED16-2581-4C17-8CAE-A87BE42F563A}" srcOrd="0" destOrd="0" presId="urn:microsoft.com/office/officeart/2008/layout/CaptionedPictures"/>
    <dgm:cxn modelId="{E1F40A18-1AEF-4D29-B65A-9DF55112038E}" srcId="{8D441CAD-EE1B-4915-9DE1-E7D1E7ABFA60}" destId="{2EEA7EB0-817B-4676-BB81-7DA0A41B995A}" srcOrd="0" destOrd="0" parTransId="{3DD5C135-72F0-4C8A-B8E4-23E091A2210C}" sibTransId="{12ADABB4-B184-4B34-8566-0DD763788F10}"/>
    <dgm:cxn modelId="{5A7DA525-8DCD-4044-B841-2A588D113E64}" srcId="{8D441CAD-EE1B-4915-9DE1-E7D1E7ABFA60}" destId="{AB8591B9-4CFA-4283-B617-8670195F0FCC}" srcOrd="2" destOrd="0" parTransId="{174B0A88-BA09-40ED-AC7D-4AEF54FA3CA9}" sibTransId="{8F0EC413-1EAC-4988-A600-01FAD8160774}"/>
    <dgm:cxn modelId="{64422071-9222-4650-A63F-584839BD9851}" srcId="{AB8591B9-4CFA-4283-B617-8670195F0FCC}" destId="{88E2C7CF-24D6-49C9-A44D-D97015A905DC}" srcOrd="0" destOrd="0" parTransId="{5498A48E-2F76-4CE9-B4E3-5B025905A9B6}" sibTransId="{47FD334C-699F-4D15-9F82-91250042AF84}"/>
    <dgm:cxn modelId="{51699051-0860-464A-9126-93702C1B0B55}" type="presOf" srcId="{8D441CAD-EE1B-4915-9DE1-E7D1E7ABFA60}" destId="{69014C87-3A66-4072-A4C6-5C5C681014F4}" srcOrd="0" destOrd="0" presId="urn:microsoft.com/office/officeart/2008/layout/CaptionedPictures"/>
    <dgm:cxn modelId="{EC8D1B7F-032F-4929-831D-835ABF5CA108}" type="presOf" srcId="{2EEA7EB0-817B-4676-BB81-7DA0A41B995A}" destId="{79DBAB17-08E3-4471-B024-C1FE01D5D4F9}" srcOrd="0" destOrd="0" presId="urn:microsoft.com/office/officeart/2008/layout/CaptionedPictures"/>
    <dgm:cxn modelId="{14DE1F90-4B3E-4C80-878F-735C21A0C2B2}" srcId="{2EEA7EB0-817B-4676-BB81-7DA0A41B995A}" destId="{8D6D834E-14FD-4418-BE22-874D34B1EF93}" srcOrd="0" destOrd="0" parTransId="{89C9E7AF-0979-4264-9560-65BD81081A2D}" sibTransId="{988F0333-3F78-4CCA-9EFB-6BFA4171AD33}"/>
    <dgm:cxn modelId="{EE3F3D91-EC73-4B52-9E22-88B25E2C0BC3}" srcId="{7E7558A5-E4FE-4222-9557-799460FFB6E8}" destId="{61C147BE-11F8-4F5C-9E8F-0A7BEBAFCCF3}" srcOrd="0" destOrd="0" parTransId="{3DD8DCCE-4540-460C-BA8F-6C1DC991F6F1}" sibTransId="{A1BFA471-B4FA-4263-A716-5C431AE681B3}"/>
    <dgm:cxn modelId="{23942992-1819-4BDD-B55E-4955C077D219}" type="presOf" srcId="{8D6D834E-14FD-4418-BE22-874D34B1EF93}" destId="{E506E014-8F30-4F85-B31C-00C01004188E}" srcOrd="0" destOrd="0" presId="urn:microsoft.com/office/officeart/2008/layout/CaptionedPictures"/>
    <dgm:cxn modelId="{08560A9B-A170-4F62-89B9-A5EAD055D328}" srcId="{8D441CAD-EE1B-4915-9DE1-E7D1E7ABFA60}" destId="{7E7558A5-E4FE-4222-9557-799460FFB6E8}" srcOrd="1" destOrd="0" parTransId="{9DEF21DC-EC6C-40C6-BA7A-B1625930505F}" sibTransId="{6D5B6F90-2FCC-47C5-B15B-10248FE0DC4A}"/>
    <dgm:cxn modelId="{305770A4-B8EB-4F54-8A2B-B13AF8EAAE31}" type="presOf" srcId="{7E7558A5-E4FE-4222-9557-799460FFB6E8}" destId="{C9BF6793-5EF5-4681-B60D-C670B19992C3}" srcOrd="0" destOrd="0" presId="urn:microsoft.com/office/officeart/2008/layout/CaptionedPictures"/>
    <dgm:cxn modelId="{A9199ED2-885A-470B-9AC5-8FEE175A6DF4}" type="presOf" srcId="{61C147BE-11F8-4F5C-9E8F-0A7BEBAFCCF3}" destId="{EF4187A5-3BC6-4C31-BD49-BD300DD9C3A3}" srcOrd="0" destOrd="0" presId="urn:microsoft.com/office/officeart/2008/layout/CaptionedPictures"/>
    <dgm:cxn modelId="{943E65E5-6A09-45ED-9EE0-1B48E43F17AE}" type="presOf" srcId="{AB8591B9-4CFA-4283-B617-8670195F0FCC}" destId="{9BBF4212-A95E-4B75-B8AE-0721B54F06F0}" srcOrd="0" destOrd="0" presId="urn:microsoft.com/office/officeart/2008/layout/CaptionedPictures"/>
    <dgm:cxn modelId="{8C0AEBED-8C21-4FC2-A3B3-6EC25D9D5D41}" type="presParOf" srcId="{69014C87-3A66-4072-A4C6-5C5C681014F4}" destId="{D5600B47-2E2D-436E-BA42-86C510300967}" srcOrd="0" destOrd="0" presId="urn:microsoft.com/office/officeart/2008/layout/CaptionedPictures"/>
    <dgm:cxn modelId="{BBDA6AE2-E227-4300-8222-F91C020C3199}" type="presParOf" srcId="{D5600B47-2E2D-436E-BA42-86C510300967}" destId="{743A36EC-2EBC-48A0-B530-DBE8D05B42EA}" srcOrd="0" destOrd="0" presId="urn:microsoft.com/office/officeart/2008/layout/CaptionedPictures"/>
    <dgm:cxn modelId="{C2E6E8C7-8EF2-4466-BF5F-6A38C1248EF4}" type="presParOf" srcId="{D5600B47-2E2D-436E-BA42-86C510300967}" destId="{3813A709-4597-4AF3-BDD6-B5034D195CA8}" srcOrd="1" destOrd="0" presId="urn:microsoft.com/office/officeart/2008/layout/CaptionedPictures"/>
    <dgm:cxn modelId="{07D15161-8829-4374-89B3-65E1AF7B85AF}" type="presParOf" srcId="{D5600B47-2E2D-436E-BA42-86C510300967}" destId="{C39164D6-EC12-4CFA-B514-95096B608206}" srcOrd="2" destOrd="0" presId="urn:microsoft.com/office/officeart/2008/layout/CaptionedPictures"/>
    <dgm:cxn modelId="{77D970B0-8A59-402F-8D32-030F4EE7EE90}" type="presParOf" srcId="{C39164D6-EC12-4CFA-B514-95096B608206}" destId="{E506E014-8F30-4F85-B31C-00C01004188E}" srcOrd="0" destOrd="0" presId="urn:microsoft.com/office/officeart/2008/layout/CaptionedPictures"/>
    <dgm:cxn modelId="{8B22EDC4-9D5D-49FB-A236-57D57A4BE688}" type="presParOf" srcId="{C39164D6-EC12-4CFA-B514-95096B608206}" destId="{79DBAB17-08E3-4471-B024-C1FE01D5D4F9}" srcOrd="1" destOrd="0" presId="urn:microsoft.com/office/officeart/2008/layout/CaptionedPictures"/>
    <dgm:cxn modelId="{14A2A521-59EB-4D2F-9CF4-D0BD9D72CE6B}" type="presParOf" srcId="{69014C87-3A66-4072-A4C6-5C5C681014F4}" destId="{6A66423E-EB50-4825-8421-070A5F3C36F6}" srcOrd="1" destOrd="0" presId="urn:microsoft.com/office/officeart/2008/layout/CaptionedPictures"/>
    <dgm:cxn modelId="{B1F0E4E2-46C3-4CCA-B5E6-997EC9055229}" type="presParOf" srcId="{69014C87-3A66-4072-A4C6-5C5C681014F4}" destId="{0B04A9C5-77D4-4489-9DD5-66767FF4A5A5}" srcOrd="2" destOrd="0" presId="urn:microsoft.com/office/officeart/2008/layout/CaptionedPictures"/>
    <dgm:cxn modelId="{15D865A5-2525-41CE-84A4-F1CAE49919BD}" type="presParOf" srcId="{0B04A9C5-77D4-4489-9DD5-66767FF4A5A5}" destId="{138343C9-153C-4215-8CBE-669965422179}" srcOrd="0" destOrd="0" presId="urn:microsoft.com/office/officeart/2008/layout/CaptionedPictures"/>
    <dgm:cxn modelId="{D08005F5-9207-47EC-8A2F-3E04226ACAEC}" type="presParOf" srcId="{0B04A9C5-77D4-4489-9DD5-66767FF4A5A5}" destId="{638EF239-D0D5-4AEE-B9B0-389AF46D2613}" srcOrd="1" destOrd="0" presId="urn:microsoft.com/office/officeart/2008/layout/CaptionedPictures"/>
    <dgm:cxn modelId="{73262A29-06A7-4631-94D7-C33085509CD0}" type="presParOf" srcId="{0B04A9C5-77D4-4489-9DD5-66767FF4A5A5}" destId="{4573E2B5-1CEE-454B-91D0-75AF4F6B785E}" srcOrd="2" destOrd="0" presId="urn:microsoft.com/office/officeart/2008/layout/CaptionedPictures"/>
    <dgm:cxn modelId="{78FA8207-616A-4F82-BB97-651B42F83F6B}" type="presParOf" srcId="{4573E2B5-1CEE-454B-91D0-75AF4F6B785E}" destId="{EF4187A5-3BC6-4C31-BD49-BD300DD9C3A3}" srcOrd="0" destOrd="0" presId="urn:microsoft.com/office/officeart/2008/layout/CaptionedPictures"/>
    <dgm:cxn modelId="{CECF7111-97BE-49A2-9C85-7A842A58BF64}" type="presParOf" srcId="{4573E2B5-1CEE-454B-91D0-75AF4F6B785E}" destId="{C9BF6793-5EF5-4681-B60D-C670B19992C3}" srcOrd="1" destOrd="0" presId="urn:microsoft.com/office/officeart/2008/layout/CaptionedPictures"/>
    <dgm:cxn modelId="{B6007C9F-3B8F-4F67-8C4F-0110A52ED0B8}" type="presParOf" srcId="{69014C87-3A66-4072-A4C6-5C5C681014F4}" destId="{7E191C38-9C77-4396-AC56-2B74B9D4BF53}" srcOrd="3" destOrd="0" presId="urn:microsoft.com/office/officeart/2008/layout/CaptionedPictures"/>
    <dgm:cxn modelId="{8AB617D7-50BA-4C53-8A57-A11376315C3B}" type="presParOf" srcId="{69014C87-3A66-4072-A4C6-5C5C681014F4}" destId="{C4003496-8141-4B3A-8849-EBD42C3DD926}" srcOrd="4" destOrd="0" presId="urn:microsoft.com/office/officeart/2008/layout/CaptionedPictures"/>
    <dgm:cxn modelId="{96F27FD3-9EE5-4466-82DF-4B1401DF31F1}" type="presParOf" srcId="{C4003496-8141-4B3A-8849-EBD42C3DD926}" destId="{9E572937-C28B-4D48-96D0-40E6CC36BFDC}" srcOrd="0" destOrd="0" presId="urn:microsoft.com/office/officeart/2008/layout/CaptionedPictures"/>
    <dgm:cxn modelId="{8009ECD2-F3E1-4414-AF02-CBC2524C3D86}" type="presParOf" srcId="{C4003496-8141-4B3A-8849-EBD42C3DD926}" destId="{AC3345A2-FADB-4B38-BD17-51B26D77C3DC}" srcOrd="1" destOrd="0" presId="urn:microsoft.com/office/officeart/2008/layout/CaptionedPictures"/>
    <dgm:cxn modelId="{472F19FA-4F11-44EF-B292-9E25D79F9117}" type="presParOf" srcId="{C4003496-8141-4B3A-8849-EBD42C3DD926}" destId="{FFE43C02-3119-4388-8CA3-6EDFF7A0BDC8}" srcOrd="2" destOrd="0" presId="urn:microsoft.com/office/officeart/2008/layout/CaptionedPictures"/>
    <dgm:cxn modelId="{C547904B-E122-47A6-BE71-FC09FEDEDD11}" type="presParOf" srcId="{FFE43C02-3119-4388-8CA3-6EDFF7A0BDC8}" destId="{C7E6ED16-2581-4C17-8CAE-A87BE42F563A}" srcOrd="0" destOrd="0" presId="urn:microsoft.com/office/officeart/2008/layout/CaptionedPictures"/>
    <dgm:cxn modelId="{F72C63C5-8113-4089-9E71-5885F5F6BE67}" type="presParOf" srcId="{FFE43C02-3119-4388-8CA3-6EDFF7A0BDC8}" destId="{9BBF4212-A95E-4B75-B8AE-0721B54F06F0}" srcOrd="1" destOrd="0" presId="urn:microsoft.com/office/officeart/2008/layout/CaptionedPicture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9175842-1D82-4043-9654-83870B487A2F}" type="doc">
      <dgm:prSet loTypeId="urn:microsoft.com/office/officeart/2005/8/layout/process3" loCatId="process" qsTypeId="urn:microsoft.com/office/officeart/2005/8/quickstyle/simple2" qsCatId="simple" csTypeId="urn:microsoft.com/office/officeart/2005/8/colors/colorful4" csCatId="colorful" phldr="1"/>
      <dgm:spPr/>
      <dgm:t>
        <a:bodyPr/>
        <a:lstStyle/>
        <a:p>
          <a:endParaRPr lang="es-419"/>
        </a:p>
      </dgm:t>
    </dgm:pt>
    <dgm:pt modelId="{4772B966-F08D-4914-873A-91D2CECF91E3}">
      <dgm:prSet phldrT="[Texto]"/>
      <dgm:spPr/>
      <dgm:t>
        <a:bodyPr/>
        <a:lstStyle/>
        <a:p>
          <a:r>
            <a:rPr lang="es-419" b="1" dirty="0"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rPr>
            <a:t>Tipo de investigación</a:t>
          </a:r>
          <a:endParaRPr lang="es-419" dirty="0"/>
        </a:p>
      </dgm:t>
    </dgm:pt>
    <dgm:pt modelId="{2780C590-0968-4C10-BFCB-5EBDBDED23BA}" type="parTrans" cxnId="{49526908-5A77-4AE3-AFF8-1DF705F5AEC9}">
      <dgm:prSet/>
      <dgm:spPr/>
      <dgm:t>
        <a:bodyPr/>
        <a:lstStyle/>
        <a:p>
          <a:endParaRPr lang="es-419"/>
        </a:p>
      </dgm:t>
    </dgm:pt>
    <dgm:pt modelId="{248FF6BC-2F3C-4ECA-A569-C36A9D2FAC0D}" type="sibTrans" cxnId="{49526908-5A77-4AE3-AFF8-1DF705F5AEC9}">
      <dgm:prSet/>
      <dgm:spPr/>
      <dgm:t>
        <a:bodyPr/>
        <a:lstStyle/>
        <a:p>
          <a:endParaRPr lang="es-419"/>
        </a:p>
      </dgm:t>
    </dgm:pt>
    <dgm:pt modelId="{DC2241BE-79B1-4E2C-B803-94FCC79A291C}">
      <dgm:prSet phldrT="[Texto]"/>
      <dgm:spPr/>
      <dgm:t>
        <a:bodyPr/>
        <a:lstStyle/>
        <a:p>
          <a:r>
            <a:rPr lang="es-419" dirty="0"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rPr>
            <a:t>Aplicada y Descriptiva</a:t>
          </a:r>
          <a:endParaRPr lang="es-419" dirty="0"/>
        </a:p>
      </dgm:t>
    </dgm:pt>
    <dgm:pt modelId="{D6C4128B-FC51-4638-B6B2-F798D4A18217}" type="parTrans" cxnId="{2F35507C-B8CD-4DCB-8BEE-000189CCF4C5}">
      <dgm:prSet/>
      <dgm:spPr/>
      <dgm:t>
        <a:bodyPr/>
        <a:lstStyle/>
        <a:p>
          <a:endParaRPr lang="es-419"/>
        </a:p>
      </dgm:t>
    </dgm:pt>
    <dgm:pt modelId="{94D708CE-CD3D-467F-81E2-C9F9EF56BF00}" type="sibTrans" cxnId="{2F35507C-B8CD-4DCB-8BEE-000189CCF4C5}">
      <dgm:prSet/>
      <dgm:spPr/>
      <dgm:t>
        <a:bodyPr/>
        <a:lstStyle/>
        <a:p>
          <a:endParaRPr lang="es-419"/>
        </a:p>
      </dgm:t>
    </dgm:pt>
    <dgm:pt modelId="{86C095E1-A3FA-40D6-88E9-C416EA1E861A}">
      <dgm:prSet phldrT="[Texto]"/>
      <dgm:spPr/>
      <dgm:t>
        <a:bodyPr/>
        <a:lstStyle/>
        <a:p>
          <a:r>
            <a:rPr lang="es-419" b="1" dirty="0"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rPr>
            <a:t>Método de investigación</a:t>
          </a:r>
          <a:endParaRPr lang="es-419" dirty="0"/>
        </a:p>
      </dgm:t>
    </dgm:pt>
    <dgm:pt modelId="{A8844CBA-A7EA-49C4-93DC-CA0FA3253F9F}" type="parTrans" cxnId="{C1BF3F55-5219-4FCB-83E5-835D5832F05D}">
      <dgm:prSet/>
      <dgm:spPr/>
      <dgm:t>
        <a:bodyPr/>
        <a:lstStyle/>
        <a:p>
          <a:endParaRPr lang="es-419"/>
        </a:p>
      </dgm:t>
    </dgm:pt>
    <dgm:pt modelId="{025FAFEB-AFDD-4463-AD99-F3236884CB7D}" type="sibTrans" cxnId="{C1BF3F55-5219-4FCB-83E5-835D5832F05D}">
      <dgm:prSet/>
      <dgm:spPr/>
      <dgm:t>
        <a:bodyPr/>
        <a:lstStyle/>
        <a:p>
          <a:endParaRPr lang="es-419"/>
        </a:p>
      </dgm:t>
    </dgm:pt>
    <dgm:pt modelId="{7928EB49-73A0-44D8-BA63-33F4124DDAA7}">
      <dgm:prSet phldrT="[Texto]"/>
      <dgm:spPr/>
      <dgm:t>
        <a:bodyPr/>
        <a:lstStyle/>
        <a:p>
          <a:r>
            <a:rPr lang="es-419" dirty="0"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rPr>
            <a:t>Método Analítico-Sintético</a:t>
          </a:r>
          <a:endParaRPr lang="es-419" dirty="0"/>
        </a:p>
      </dgm:t>
    </dgm:pt>
    <dgm:pt modelId="{188F023C-F947-48C4-AA6E-F1009F6C68D8}" type="parTrans" cxnId="{4F6B5FFD-7601-45C4-A3B7-88C791BA4BD7}">
      <dgm:prSet/>
      <dgm:spPr/>
      <dgm:t>
        <a:bodyPr/>
        <a:lstStyle/>
        <a:p>
          <a:endParaRPr lang="es-419"/>
        </a:p>
      </dgm:t>
    </dgm:pt>
    <dgm:pt modelId="{81CF9856-66A2-4B28-973E-A776F6CBC6E3}" type="sibTrans" cxnId="{4F6B5FFD-7601-45C4-A3B7-88C791BA4BD7}">
      <dgm:prSet/>
      <dgm:spPr/>
      <dgm:t>
        <a:bodyPr/>
        <a:lstStyle/>
        <a:p>
          <a:endParaRPr lang="es-419"/>
        </a:p>
      </dgm:t>
    </dgm:pt>
    <dgm:pt modelId="{4E46FB4A-3803-481B-97FF-C2790D18A4F7}">
      <dgm:prSet phldrT="[Texto]"/>
      <dgm:spPr/>
      <dgm:t>
        <a:bodyPr/>
        <a:lstStyle/>
        <a:p>
          <a:r>
            <a:rPr lang="es-419" b="1" dirty="0"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rPr>
            <a:t>Diseño de investigación</a:t>
          </a:r>
          <a:endParaRPr lang="es-419" dirty="0"/>
        </a:p>
      </dgm:t>
    </dgm:pt>
    <dgm:pt modelId="{95564823-F4CB-41BF-952E-3D4A3A132220}" type="parTrans" cxnId="{CEF30413-97D5-4863-BDAB-CB8212D414BA}">
      <dgm:prSet/>
      <dgm:spPr/>
      <dgm:t>
        <a:bodyPr/>
        <a:lstStyle/>
        <a:p>
          <a:endParaRPr lang="es-419"/>
        </a:p>
      </dgm:t>
    </dgm:pt>
    <dgm:pt modelId="{F4523222-B53E-4F75-A277-AA66F9E398CD}" type="sibTrans" cxnId="{CEF30413-97D5-4863-BDAB-CB8212D414BA}">
      <dgm:prSet/>
      <dgm:spPr/>
      <dgm:t>
        <a:bodyPr/>
        <a:lstStyle/>
        <a:p>
          <a:endParaRPr lang="es-419"/>
        </a:p>
      </dgm:t>
    </dgm:pt>
    <dgm:pt modelId="{E5D9DAAF-0FD0-4868-B231-6E460A4F1303}">
      <dgm:prSet phldrT="[Texto]"/>
      <dgm:spPr/>
      <dgm:t>
        <a:bodyPr/>
        <a:lstStyle/>
        <a:p>
          <a:r>
            <a:rPr lang="es-419" dirty="0"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rPr>
            <a:t>No Experimental</a:t>
          </a:r>
          <a:endParaRPr lang="es-419" dirty="0"/>
        </a:p>
      </dgm:t>
    </dgm:pt>
    <dgm:pt modelId="{4BB50567-C5A7-4E76-91AA-A5738FDC147A}" type="parTrans" cxnId="{76FF2372-813C-42AF-AEF0-E5BA1EBF745F}">
      <dgm:prSet/>
      <dgm:spPr/>
      <dgm:t>
        <a:bodyPr/>
        <a:lstStyle/>
        <a:p>
          <a:endParaRPr lang="es-419"/>
        </a:p>
      </dgm:t>
    </dgm:pt>
    <dgm:pt modelId="{1B3B5606-95C6-4573-A8C6-93CA6218E23B}" type="sibTrans" cxnId="{76FF2372-813C-42AF-AEF0-E5BA1EBF745F}">
      <dgm:prSet/>
      <dgm:spPr/>
      <dgm:t>
        <a:bodyPr/>
        <a:lstStyle/>
        <a:p>
          <a:endParaRPr lang="es-419"/>
        </a:p>
      </dgm:t>
    </dgm:pt>
    <dgm:pt modelId="{976745A2-116F-4E70-90D2-AF21097E52D5}">
      <dgm:prSet/>
      <dgm:spPr/>
      <dgm:t>
        <a:bodyPr/>
        <a:lstStyle/>
        <a:p>
          <a:r>
            <a:rPr lang="es-EC"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rPr>
            <a:t>Deductivo</a:t>
          </a:r>
          <a:endParaRPr lang="es-EC" dirty="0">
            <a:latin typeface="Times New Roman" panose="02020603050405020304" pitchFamily="18" charset="0"/>
            <a:ea typeface="Aptos" panose="020B0004020202020204" pitchFamily="34" charset="0"/>
            <a:cs typeface="Times New Roman" panose="02020603050405020304" pitchFamily="18" charset="0"/>
          </a:endParaRPr>
        </a:p>
      </dgm:t>
    </dgm:pt>
    <dgm:pt modelId="{59970AD6-C341-4E8D-B99B-59CEBDAB4D75}" type="parTrans" cxnId="{C7A251E5-CBE9-420E-B9F8-51422A46C629}">
      <dgm:prSet/>
      <dgm:spPr/>
      <dgm:t>
        <a:bodyPr/>
        <a:lstStyle/>
        <a:p>
          <a:endParaRPr lang="es-419"/>
        </a:p>
      </dgm:t>
    </dgm:pt>
    <dgm:pt modelId="{DEAAAE15-B9AB-47BA-BA55-8841B7D007C1}" type="sibTrans" cxnId="{C7A251E5-CBE9-420E-B9F8-51422A46C629}">
      <dgm:prSet/>
      <dgm:spPr/>
      <dgm:t>
        <a:bodyPr/>
        <a:lstStyle/>
        <a:p>
          <a:endParaRPr lang="es-419"/>
        </a:p>
      </dgm:t>
    </dgm:pt>
    <dgm:pt modelId="{D74338B6-E014-4630-9F9A-BD264DB90BF5}">
      <dgm:prSet/>
      <dgm:spPr/>
      <dgm:t>
        <a:bodyPr/>
        <a:lstStyle/>
        <a:p>
          <a:r>
            <a:rPr lang="es-EC"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rPr>
            <a:t>Transversal</a:t>
          </a:r>
          <a:endParaRPr lang="es-EC" dirty="0">
            <a:latin typeface="Times New Roman" panose="02020603050405020304" pitchFamily="18" charset="0"/>
            <a:ea typeface="Aptos" panose="020B0004020202020204" pitchFamily="34" charset="0"/>
            <a:cs typeface="Times New Roman" panose="02020603050405020304" pitchFamily="18" charset="0"/>
          </a:endParaRPr>
        </a:p>
      </dgm:t>
    </dgm:pt>
    <dgm:pt modelId="{C68EE899-E938-406B-A72F-7B4EA8718F86}" type="parTrans" cxnId="{325DF9AE-AADA-4E60-B4C8-F7736FF1FAE3}">
      <dgm:prSet/>
      <dgm:spPr/>
      <dgm:t>
        <a:bodyPr/>
        <a:lstStyle/>
        <a:p>
          <a:endParaRPr lang="es-419"/>
        </a:p>
      </dgm:t>
    </dgm:pt>
    <dgm:pt modelId="{711A6760-AAA9-47DB-BB48-3A8EC0F0E472}" type="sibTrans" cxnId="{325DF9AE-AADA-4E60-B4C8-F7736FF1FAE3}">
      <dgm:prSet/>
      <dgm:spPr/>
      <dgm:t>
        <a:bodyPr/>
        <a:lstStyle/>
        <a:p>
          <a:endParaRPr lang="es-419"/>
        </a:p>
      </dgm:t>
    </dgm:pt>
    <dgm:pt modelId="{372BDE11-212A-4169-94B6-8A8AB3D80888}" type="pres">
      <dgm:prSet presAssocID="{19175842-1D82-4043-9654-83870B487A2F}" presName="linearFlow" presStyleCnt="0">
        <dgm:presLayoutVars>
          <dgm:dir/>
          <dgm:animLvl val="lvl"/>
          <dgm:resizeHandles val="exact"/>
        </dgm:presLayoutVars>
      </dgm:prSet>
      <dgm:spPr/>
    </dgm:pt>
    <dgm:pt modelId="{BF20BAA8-5E3E-4C5A-AD89-B19070B75DA1}" type="pres">
      <dgm:prSet presAssocID="{4772B966-F08D-4914-873A-91D2CECF91E3}" presName="composite" presStyleCnt="0"/>
      <dgm:spPr/>
    </dgm:pt>
    <dgm:pt modelId="{75F6F94A-AB1C-4AAE-8FC0-525845DA266F}" type="pres">
      <dgm:prSet presAssocID="{4772B966-F08D-4914-873A-91D2CECF91E3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FBA14CA8-D673-4E0C-963E-C9D87BB85FB5}" type="pres">
      <dgm:prSet presAssocID="{4772B966-F08D-4914-873A-91D2CECF91E3}" presName="parSh" presStyleLbl="node1" presStyleIdx="0" presStyleCnt="3"/>
      <dgm:spPr/>
    </dgm:pt>
    <dgm:pt modelId="{64E4E6EC-BD3E-41B8-B006-C11AB857865B}" type="pres">
      <dgm:prSet presAssocID="{4772B966-F08D-4914-873A-91D2CECF91E3}" presName="desTx" presStyleLbl="fgAcc1" presStyleIdx="0" presStyleCnt="3">
        <dgm:presLayoutVars>
          <dgm:bulletEnabled val="1"/>
        </dgm:presLayoutVars>
      </dgm:prSet>
      <dgm:spPr/>
    </dgm:pt>
    <dgm:pt modelId="{608AAEA7-74AC-464A-8CF8-D6C6785A48E5}" type="pres">
      <dgm:prSet presAssocID="{248FF6BC-2F3C-4ECA-A569-C36A9D2FAC0D}" presName="sibTrans" presStyleLbl="sibTrans2D1" presStyleIdx="0" presStyleCnt="2"/>
      <dgm:spPr/>
    </dgm:pt>
    <dgm:pt modelId="{5F74A3F3-F9CC-45FB-A13F-3AAD542264A4}" type="pres">
      <dgm:prSet presAssocID="{248FF6BC-2F3C-4ECA-A569-C36A9D2FAC0D}" presName="connTx" presStyleLbl="sibTrans2D1" presStyleIdx="0" presStyleCnt="2"/>
      <dgm:spPr/>
    </dgm:pt>
    <dgm:pt modelId="{6C910F54-1195-4883-92CC-8DF06D86D2B9}" type="pres">
      <dgm:prSet presAssocID="{86C095E1-A3FA-40D6-88E9-C416EA1E861A}" presName="composite" presStyleCnt="0"/>
      <dgm:spPr/>
    </dgm:pt>
    <dgm:pt modelId="{21F0703D-1ACE-4741-8757-E420BFDD74EF}" type="pres">
      <dgm:prSet presAssocID="{86C095E1-A3FA-40D6-88E9-C416EA1E861A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55719480-70B2-4832-8A09-97CD613DCD6A}" type="pres">
      <dgm:prSet presAssocID="{86C095E1-A3FA-40D6-88E9-C416EA1E861A}" presName="parSh" presStyleLbl="node1" presStyleIdx="1" presStyleCnt="3"/>
      <dgm:spPr/>
    </dgm:pt>
    <dgm:pt modelId="{2BC7285D-3C0C-476B-9DD3-3A94964966AF}" type="pres">
      <dgm:prSet presAssocID="{86C095E1-A3FA-40D6-88E9-C416EA1E861A}" presName="desTx" presStyleLbl="fgAcc1" presStyleIdx="1" presStyleCnt="3">
        <dgm:presLayoutVars>
          <dgm:bulletEnabled val="1"/>
        </dgm:presLayoutVars>
      </dgm:prSet>
      <dgm:spPr/>
    </dgm:pt>
    <dgm:pt modelId="{5838DCFB-EF42-4890-83BE-F83658D4CAF0}" type="pres">
      <dgm:prSet presAssocID="{025FAFEB-AFDD-4463-AD99-F3236884CB7D}" presName="sibTrans" presStyleLbl="sibTrans2D1" presStyleIdx="1" presStyleCnt="2"/>
      <dgm:spPr/>
    </dgm:pt>
    <dgm:pt modelId="{1339CBA6-C8B6-4605-A5F3-1F80B8CD3FBB}" type="pres">
      <dgm:prSet presAssocID="{025FAFEB-AFDD-4463-AD99-F3236884CB7D}" presName="connTx" presStyleLbl="sibTrans2D1" presStyleIdx="1" presStyleCnt="2"/>
      <dgm:spPr/>
    </dgm:pt>
    <dgm:pt modelId="{F43E367A-9688-4F18-AB73-53BB42587DF9}" type="pres">
      <dgm:prSet presAssocID="{4E46FB4A-3803-481B-97FF-C2790D18A4F7}" presName="composite" presStyleCnt="0"/>
      <dgm:spPr/>
    </dgm:pt>
    <dgm:pt modelId="{1FCEFD8A-778A-43FD-9E31-013E767D02DA}" type="pres">
      <dgm:prSet presAssocID="{4E46FB4A-3803-481B-97FF-C2790D18A4F7}" presName="par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8C2EC6B9-954E-4297-8964-CCCB09CBAF9E}" type="pres">
      <dgm:prSet presAssocID="{4E46FB4A-3803-481B-97FF-C2790D18A4F7}" presName="parSh" presStyleLbl="node1" presStyleIdx="2" presStyleCnt="3"/>
      <dgm:spPr/>
    </dgm:pt>
    <dgm:pt modelId="{98CFC16C-289C-4C01-89BC-0FB7084102BB}" type="pres">
      <dgm:prSet presAssocID="{4E46FB4A-3803-481B-97FF-C2790D18A4F7}" presName="desTx" presStyleLbl="fgAcc1" presStyleIdx="2" presStyleCnt="3">
        <dgm:presLayoutVars>
          <dgm:bulletEnabled val="1"/>
        </dgm:presLayoutVars>
      </dgm:prSet>
      <dgm:spPr/>
    </dgm:pt>
  </dgm:ptLst>
  <dgm:cxnLst>
    <dgm:cxn modelId="{49526908-5A77-4AE3-AFF8-1DF705F5AEC9}" srcId="{19175842-1D82-4043-9654-83870B487A2F}" destId="{4772B966-F08D-4914-873A-91D2CECF91E3}" srcOrd="0" destOrd="0" parTransId="{2780C590-0968-4C10-BFCB-5EBDBDED23BA}" sibTransId="{248FF6BC-2F3C-4ECA-A569-C36A9D2FAC0D}"/>
    <dgm:cxn modelId="{CEF30413-97D5-4863-BDAB-CB8212D414BA}" srcId="{19175842-1D82-4043-9654-83870B487A2F}" destId="{4E46FB4A-3803-481B-97FF-C2790D18A4F7}" srcOrd="2" destOrd="0" parTransId="{95564823-F4CB-41BF-952E-3D4A3A132220}" sibTransId="{F4523222-B53E-4F75-A277-AA66F9E398CD}"/>
    <dgm:cxn modelId="{88E85520-9A6B-4C0F-B7FB-95A082806D93}" type="presOf" srcId="{4E46FB4A-3803-481B-97FF-C2790D18A4F7}" destId="{1FCEFD8A-778A-43FD-9E31-013E767D02DA}" srcOrd="0" destOrd="0" presId="urn:microsoft.com/office/officeart/2005/8/layout/process3"/>
    <dgm:cxn modelId="{28E91332-E4FC-40BD-A4BB-A719BF5A8466}" type="presOf" srcId="{E5D9DAAF-0FD0-4868-B231-6E460A4F1303}" destId="{98CFC16C-289C-4C01-89BC-0FB7084102BB}" srcOrd="0" destOrd="0" presId="urn:microsoft.com/office/officeart/2005/8/layout/process3"/>
    <dgm:cxn modelId="{15DCC440-BC5D-4DB5-90A9-A5C15663D364}" type="presOf" srcId="{976745A2-116F-4E70-90D2-AF21097E52D5}" destId="{2BC7285D-3C0C-476B-9DD3-3A94964966AF}" srcOrd="0" destOrd="1" presId="urn:microsoft.com/office/officeart/2005/8/layout/process3"/>
    <dgm:cxn modelId="{4C75BB44-7518-497A-884B-C78E7DE8D086}" type="presOf" srcId="{4E46FB4A-3803-481B-97FF-C2790D18A4F7}" destId="{8C2EC6B9-954E-4297-8964-CCCB09CBAF9E}" srcOrd="1" destOrd="0" presId="urn:microsoft.com/office/officeart/2005/8/layout/process3"/>
    <dgm:cxn modelId="{EC564948-7AE5-45BA-A788-8C92292DF22D}" type="presOf" srcId="{DC2241BE-79B1-4E2C-B803-94FCC79A291C}" destId="{64E4E6EC-BD3E-41B8-B006-C11AB857865B}" srcOrd="0" destOrd="0" presId="urn:microsoft.com/office/officeart/2005/8/layout/process3"/>
    <dgm:cxn modelId="{76FF2372-813C-42AF-AEF0-E5BA1EBF745F}" srcId="{4E46FB4A-3803-481B-97FF-C2790D18A4F7}" destId="{E5D9DAAF-0FD0-4868-B231-6E460A4F1303}" srcOrd="0" destOrd="0" parTransId="{4BB50567-C5A7-4E76-91AA-A5738FDC147A}" sibTransId="{1B3B5606-95C6-4573-A8C6-93CA6218E23B}"/>
    <dgm:cxn modelId="{C1BF3F55-5219-4FCB-83E5-835D5832F05D}" srcId="{19175842-1D82-4043-9654-83870B487A2F}" destId="{86C095E1-A3FA-40D6-88E9-C416EA1E861A}" srcOrd="1" destOrd="0" parTransId="{A8844CBA-A7EA-49C4-93DC-CA0FA3253F9F}" sibTransId="{025FAFEB-AFDD-4463-AD99-F3236884CB7D}"/>
    <dgm:cxn modelId="{FEDCFA55-2504-4AA7-89BD-B61CB06A6C59}" type="presOf" srcId="{86C095E1-A3FA-40D6-88E9-C416EA1E861A}" destId="{21F0703D-1ACE-4741-8757-E420BFDD74EF}" srcOrd="0" destOrd="0" presId="urn:microsoft.com/office/officeart/2005/8/layout/process3"/>
    <dgm:cxn modelId="{9931FD75-1DA8-4B34-84DA-69C71E4B34DA}" type="presOf" srcId="{D74338B6-E014-4630-9F9A-BD264DB90BF5}" destId="{98CFC16C-289C-4C01-89BC-0FB7084102BB}" srcOrd="0" destOrd="1" presId="urn:microsoft.com/office/officeart/2005/8/layout/process3"/>
    <dgm:cxn modelId="{2F35507C-B8CD-4DCB-8BEE-000189CCF4C5}" srcId="{4772B966-F08D-4914-873A-91D2CECF91E3}" destId="{DC2241BE-79B1-4E2C-B803-94FCC79A291C}" srcOrd="0" destOrd="0" parTransId="{D6C4128B-FC51-4638-B6B2-F798D4A18217}" sibTransId="{94D708CE-CD3D-467F-81E2-C9F9EF56BF00}"/>
    <dgm:cxn modelId="{3C1B8A88-D704-4DAC-89AA-E742C9927AFE}" type="presOf" srcId="{248FF6BC-2F3C-4ECA-A569-C36A9D2FAC0D}" destId="{608AAEA7-74AC-464A-8CF8-D6C6785A48E5}" srcOrd="0" destOrd="0" presId="urn:microsoft.com/office/officeart/2005/8/layout/process3"/>
    <dgm:cxn modelId="{00C2A2A7-48BA-4229-8717-FEC765FDDB77}" type="presOf" srcId="{4772B966-F08D-4914-873A-91D2CECF91E3}" destId="{FBA14CA8-D673-4E0C-963E-C9D87BB85FB5}" srcOrd="1" destOrd="0" presId="urn:microsoft.com/office/officeart/2005/8/layout/process3"/>
    <dgm:cxn modelId="{287C76A9-BC9E-47E5-ABB0-C5C683FFDF4A}" type="presOf" srcId="{4772B966-F08D-4914-873A-91D2CECF91E3}" destId="{75F6F94A-AB1C-4AAE-8FC0-525845DA266F}" srcOrd="0" destOrd="0" presId="urn:microsoft.com/office/officeart/2005/8/layout/process3"/>
    <dgm:cxn modelId="{AFE822AB-56AE-43D8-9DCC-E4EB05AD1297}" type="presOf" srcId="{86C095E1-A3FA-40D6-88E9-C416EA1E861A}" destId="{55719480-70B2-4832-8A09-97CD613DCD6A}" srcOrd="1" destOrd="0" presId="urn:microsoft.com/office/officeart/2005/8/layout/process3"/>
    <dgm:cxn modelId="{094F61AB-4D14-4776-A7FF-A0EB16C676B9}" type="presOf" srcId="{025FAFEB-AFDD-4463-AD99-F3236884CB7D}" destId="{1339CBA6-C8B6-4605-A5F3-1F80B8CD3FBB}" srcOrd="1" destOrd="0" presId="urn:microsoft.com/office/officeart/2005/8/layout/process3"/>
    <dgm:cxn modelId="{3BB1C7AB-B1D3-4AA5-9465-B8761EFB4897}" type="presOf" srcId="{19175842-1D82-4043-9654-83870B487A2F}" destId="{372BDE11-212A-4169-94B6-8A8AB3D80888}" srcOrd="0" destOrd="0" presId="urn:microsoft.com/office/officeart/2005/8/layout/process3"/>
    <dgm:cxn modelId="{325DF9AE-AADA-4E60-B4C8-F7736FF1FAE3}" srcId="{4E46FB4A-3803-481B-97FF-C2790D18A4F7}" destId="{D74338B6-E014-4630-9F9A-BD264DB90BF5}" srcOrd="1" destOrd="0" parTransId="{C68EE899-E938-406B-A72F-7B4EA8718F86}" sibTransId="{711A6760-AAA9-47DB-BB48-3A8EC0F0E472}"/>
    <dgm:cxn modelId="{1B2330C3-3A44-4570-8DD3-6D28558ED194}" type="presOf" srcId="{7928EB49-73A0-44D8-BA63-33F4124DDAA7}" destId="{2BC7285D-3C0C-476B-9DD3-3A94964966AF}" srcOrd="0" destOrd="0" presId="urn:microsoft.com/office/officeart/2005/8/layout/process3"/>
    <dgm:cxn modelId="{D76223DE-DAAD-49C4-BA6C-F4BDB4F33749}" type="presOf" srcId="{025FAFEB-AFDD-4463-AD99-F3236884CB7D}" destId="{5838DCFB-EF42-4890-83BE-F83658D4CAF0}" srcOrd="0" destOrd="0" presId="urn:microsoft.com/office/officeart/2005/8/layout/process3"/>
    <dgm:cxn modelId="{846B6ADF-EC7A-45F0-BE2E-22222B145433}" type="presOf" srcId="{248FF6BC-2F3C-4ECA-A569-C36A9D2FAC0D}" destId="{5F74A3F3-F9CC-45FB-A13F-3AAD542264A4}" srcOrd="1" destOrd="0" presId="urn:microsoft.com/office/officeart/2005/8/layout/process3"/>
    <dgm:cxn modelId="{C7A251E5-CBE9-420E-B9F8-51422A46C629}" srcId="{86C095E1-A3FA-40D6-88E9-C416EA1E861A}" destId="{976745A2-116F-4E70-90D2-AF21097E52D5}" srcOrd="1" destOrd="0" parTransId="{59970AD6-C341-4E8D-B99B-59CEBDAB4D75}" sibTransId="{DEAAAE15-B9AB-47BA-BA55-8841B7D007C1}"/>
    <dgm:cxn modelId="{4F6B5FFD-7601-45C4-A3B7-88C791BA4BD7}" srcId="{86C095E1-A3FA-40D6-88E9-C416EA1E861A}" destId="{7928EB49-73A0-44D8-BA63-33F4124DDAA7}" srcOrd="0" destOrd="0" parTransId="{188F023C-F947-48C4-AA6E-F1009F6C68D8}" sibTransId="{81CF9856-66A2-4B28-973E-A776F6CBC6E3}"/>
    <dgm:cxn modelId="{ED35D643-2209-4ABB-BEF8-48D49A7756A8}" type="presParOf" srcId="{372BDE11-212A-4169-94B6-8A8AB3D80888}" destId="{BF20BAA8-5E3E-4C5A-AD89-B19070B75DA1}" srcOrd="0" destOrd="0" presId="urn:microsoft.com/office/officeart/2005/8/layout/process3"/>
    <dgm:cxn modelId="{E459E494-33CC-4230-B1AB-EF5980C47C30}" type="presParOf" srcId="{BF20BAA8-5E3E-4C5A-AD89-B19070B75DA1}" destId="{75F6F94A-AB1C-4AAE-8FC0-525845DA266F}" srcOrd="0" destOrd="0" presId="urn:microsoft.com/office/officeart/2005/8/layout/process3"/>
    <dgm:cxn modelId="{9289E243-0E2F-4EED-845D-7CA553AAA6E4}" type="presParOf" srcId="{BF20BAA8-5E3E-4C5A-AD89-B19070B75DA1}" destId="{FBA14CA8-D673-4E0C-963E-C9D87BB85FB5}" srcOrd="1" destOrd="0" presId="urn:microsoft.com/office/officeart/2005/8/layout/process3"/>
    <dgm:cxn modelId="{295367ED-A647-45F0-A745-E1D1C7954A3B}" type="presParOf" srcId="{BF20BAA8-5E3E-4C5A-AD89-B19070B75DA1}" destId="{64E4E6EC-BD3E-41B8-B006-C11AB857865B}" srcOrd="2" destOrd="0" presId="urn:microsoft.com/office/officeart/2005/8/layout/process3"/>
    <dgm:cxn modelId="{C5ED7E49-B227-4C50-972D-371333CCEB70}" type="presParOf" srcId="{372BDE11-212A-4169-94B6-8A8AB3D80888}" destId="{608AAEA7-74AC-464A-8CF8-D6C6785A48E5}" srcOrd="1" destOrd="0" presId="urn:microsoft.com/office/officeart/2005/8/layout/process3"/>
    <dgm:cxn modelId="{771D1EEF-3BFB-47EA-886F-E5B8EE866CCB}" type="presParOf" srcId="{608AAEA7-74AC-464A-8CF8-D6C6785A48E5}" destId="{5F74A3F3-F9CC-45FB-A13F-3AAD542264A4}" srcOrd="0" destOrd="0" presId="urn:microsoft.com/office/officeart/2005/8/layout/process3"/>
    <dgm:cxn modelId="{348A0110-5A0E-46FC-8B2E-E1127854995C}" type="presParOf" srcId="{372BDE11-212A-4169-94B6-8A8AB3D80888}" destId="{6C910F54-1195-4883-92CC-8DF06D86D2B9}" srcOrd="2" destOrd="0" presId="urn:microsoft.com/office/officeart/2005/8/layout/process3"/>
    <dgm:cxn modelId="{A682766E-C91C-449F-AE82-7BF3DFB19B65}" type="presParOf" srcId="{6C910F54-1195-4883-92CC-8DF06D86D2B9}" destId="{21F0703D-1ACE-4741-8757-E420BFDD74EF}" srcOrd="0" destOrd="0" presId="urn:microsoft.com/office/officeart/2005/8/layout/process3"/>
    <dgm:cxn modelId="{AF03794A-98EC-4F01-929D-75B8181A442F}" type="presParOf" srcId="{6C910F54-1195-4883-92CC-8DF06D86D2B9}" destId="{55719480-70B2-4832-8A09-97CD613DCD6A}" srcOrd="1" destOrd="0" presId="urn:microsoft.com/office/officeart/2005/8/layout/process3"/>
    <dgm:cxn modelId="{95251C58-C631-405E-9F59-9661B95E0B92}" type="presParOf" srcId="{6C910F54-1195-4883-92CC-8DF06D86D2B9}" destId="{2BC7285D-3C0C-476B-9DD3-3A94964966AF}" srcOrd="2" destOrd="0" presId="urn:microsoft.com/office/officeart/2005/8/layout/process3"/>
    <dgm:cxn modelId="{B4BD73E6-D2C4-499F-A431-9F7EED37C203}" type="presParOf" srcId="{372BDE11-212A-4169-94B6-8A8AB3D80888}" destId="{5838DCFB-EF42-4890-83BE-F83658D4CAF0}" srcOrd="3" destOrd="0" presId="urn:microsoft.com/office/officeart/2005/8/layout/process3"/>
    <dgm:cxn modelId="{F123FE32-9089-4088-8E4E-C408FEB068CD}" type="presParOf" srcId="{5838DCFB-EF42-4890-83BE-F83658D4CAF0}" destId="{1339CBA6-C8B6-4605-A5F3-1F80B8CD3FBB}" srcOrd="0" destOrd="0" presId="urn:microsoft.com/office/officeart/2005/8/layout/process3"/>
    <dgm:cxn modelId="{1C940F36-018E-44E0-A339-BA5B53FEFAF9}" type="presParOf" srcId="{372BDE11-212A-4169-94B6-8A8AB3D80888}" destId="{F43E367A-9688-4F18-AB73-53BB42587DF9}" srcOrd="4" destOrd="0" presId="urn:microsoft.com/office/officeart/2005/8/layout/process3"/>
    <dgm:cxn modelId="{84D2C82C-3951-4C87-8985-6F9CA85B4A49}" type="presParOf" srcId="{F43E367A-9688-4F18-AB73-53BB42587DF9}" destId="{1FCEFD8A-778A-43FD-9E31-013E767D02DA}" srcOrd="0" destOrd="0" presId="urn:microsoft.com/office/officeart/2005/8/layout/process3"/>
    <dgm:cxn modelId="{CF927DBD-7C02-4712-BB86-0ED23D1B878B}" type="presParOf" srcId="{F43E367A-9688-4F18-AB73-53BB42587DF9}" destId="{8C2EC6B9-954E-4297-8964-CCCB09CBAF9E}" srcOrd="1" destOrd="0" presId="urn:microsoft.com/office/officeart/2005/8/layout/process3"/>
    <dgm:cxn modelId="{5CE9DFC9-43C3-456B-8720-9EB14B3A0873}" type="presParOf" srcId="{F43E367A-9688-4F18-AB73-53BB42587DF9}" destId="{98CFC16C-289C-4C01-89BC-0FB7084102BB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43A36EC-2EBC-48A0-B530-DBE8D05B42EA}">
      <dsp:nvSpPr>
        <dsp:cNvPr id="0" name=""/>
        <dsp:cNvSpPr/>
      </dsp:nvSpPr>
      <dsp:spPr>
        <a:xfrm>
          <a:off x="1178" y="1658789"/>
          <a:ext cx="3350188" cy="3941398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813A709-4597-4AF3-BDD6-B5034D195CA8}">
      <dsp:nvSpPr>
        <dsp:cNvPr id="0" name=""/>
        <dsp:cNvSpPr/>
      </dsp:nvSpPr>
      <dsp:spPr>
        <a:xfrm>
          <a:off x="168688" y="1816445"/>
          <a:ext cx="3015169" cy="2561908"/>
        </a:xfrm>
        <a:prstGeom prst="rect">
          <a:avLst/>
        </a:prstGeom>
        <a:blipFill>
          <a:blip xmlns:r="http://schemas.openxmlformats.org/officeDocument/2006/relationships" r:embed="rId1"/>
          <a:srcRect/>
          <a:stretch>
            <a:fillRect t="-23000" b="-23000"/>
          </a:stretch>
        </a:blipFill>
        <a:ln w="952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E506E014-8F30-4F85-B31C-00C01004188E}">
      <dsp:nvSpPr>
        <dsp:cNvPr id="0" name=""/>
        <dsp:cNvSpPr/>
      </dsp:nvSpPr>
      <dsp:spPr>
        <a:xfrm>
          <a:off x="168688" y="4772526"/>
          <a:ext cx="3015169" cy="670006"/>
        </a:xfrm>
        <a:prstGeom prst="rect">
          <a:avLst/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tint val="50000"/>
                <a:satMod val="300000"/>
              </a:schemeClr>
            </a:gs>
            <a:gs pos="35000">
              <a:schemeClr val="accent4">
                <a:hueOff val="0"/>
                <a:satOff val="0"/>
                <a:lumOff val="0"/>
                <a:alphaOff val="0"/>
                <a:tint val="37000"/>
                <a:satMod val="3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419" sz="1800" b="1" kern="1200" dirty="0"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rPr>
            <a:t>Esbozar un modelo…. </a:t>
          </a:r>
          <a:endParaRPr lang="es-419" sz="1800" kern="1200" dirty="0"/>
        </a:p>
      </dsp:txBody>
      <dsp:txXfrm>
        <a:off x="168688" y="4772526"/>
        <a:ext cx="3015169" cy="670006"/>
      </dsp:txXfrm>
    </dsp:sp>
    <dsp:sp modelId="{79DBAB17-08E3-4471-B024-C1FE01D5D4F9}">
      <dsp:nvSpPr>
        <dsp:cNvPr id="0" name=""/>
        <dsp:cNvSpPr/>
      </dsp:nvSpPr>
      <dsp:spPr>
        <a:xfrm>
          <a:off x="168688" y="4378354"/>
          <a:ext cx="3015169" cy="3941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419" sz="1800" b="1" kern="1200" dirty="0"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rPr>
            <a:t> </a:t>
          </a:r>
          <a:endParaRPr lang="es-419" sz="1800" kern="1200" dirty="0"/>
        </a:p>
      </dsp:txBody>
      <dsp:txXfrm>
        <a:off x="168688" y="4378354"/>
        <a:ext cx="3015169" cy="394171"/>
      </dsp:txXfrm>
    </dsp:sp>
    <dsp:sp modelId="{138343C9-153C-4215-8CBE-669965422179}">
      <dsp:nvSpPr>
        <dsp:cNvPr id="0" name=""/>
        <dsp:cNvSpPr/>
      </dsp:nvSpPr>
      <dsp:spPr>
        <a:xfrm>
          <a:off x="3963705" y="1658789"/>
          <a:ext cx="3350188" cy="3941398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38EF239-D0D5-4AEE-B9B0-389AF46D2613}">
      <dsp:nvSpPr>
        <dsp:cNvPr id="0" name=""/>
        <dsp:cNvSpPr/>
      </dsp:nvSpPr>
      <dsp:spPr>
        <a:xfrm>
          <a:off x="4131215" y="1816445"/>
          <a:ext cx="3015169" cy="2561908"/>
        </a:xfrm>
        <a:prstGeom prst="rect">
          <a:avLst/>
        </a:prstGeom>
        <a:blipFill>
          <a:blip xmlns:r="http://schemas.openxmlformats.org/officeDocument/2006/relationships" r:embed="rId2"/>
          <a:srcRect/>
          <a:stretch>
            <a:fillRect t="-9000" b="-9000"/>
          </a:stretch>
        </a:blipFill>
        <a:ln w="952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EF4187A5-3BC6-4C31-BD49-BD300DD9C3A3}">
      <dsp:nvSpPr>
        <dsp:cNvPr id="0" name=""/>
        <dsp:cNvSpPr/>
      </dsp:nvSpPr>
      <dsp:spPr>
        <a:xfrm>
          <a:off x="4131215" y="4772526"/>
          <a:ext cx="3015169" cy="670006"/>
        </a:xfrm>
        <a:prstGeom prst="rect">
          <a:avLst/>
        </a:prstGeom>
        <a:gradFill rotWithShape="0">
          <a:gsLst>
            <a:gs pos="0">
              <a:schemeClr val="accent4">
                <a:hueOff val="-2232385"/>
                <a:satOff val="13449"/>
                <a:lumOff val="1078"/>
                <a:alphaOff val="0"/>
                <a:tint val="50000"/>
                <a:satMod val="300000"/>
              </a:schemeClr>
            </a:gs>
            <a:gs pos="35000">
              <a:schemeClr val="accent4">
                <a:hueOff val="-2232385"/>
                <a:satOff val="13449"/>
                <a:lumOff val="1078"/>
                <a:alphaOff val="0"/>
                <a:tint val="37000"/>
                <a:satMod val="300000"/>
              </a:schemeClr>
            </a:gs>
            <a:gs pos="100000">
              <a:schemeClr val="accent4">
                <a:hueOff val="-2232385"/>
                <a:satOff val="13449"/>
                <a:lumOff val="1078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419" sz="1800" b="1" kern="1200" dirty="0"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rPr>
            <a:t>Diseñar una aplicación web…</a:t>
          </a:r>
          <a:endParaRPr lang="es-419" sz="1800" kern="1200" dirty="0"/>
        </a:p>
      </dsp:txBody>
      <dsp:txXfrm>
        <a:off x="4131215" y="4772526"/>
        <a:ext cx="3015169" cy="670006"/>
      </dsp:txXfrm>
    </dsp:sp>
    <dsp:sp modelId="{C9BF6793-5EF5-4681-B60D-C670B19992C3}">
      <dsp:nvSpPr>
        <dsp:cNvPr id="0" name=""/>
        <dsp:cNvSpPr/>
      </dsp:nvSpPr>
      <dsp:spPr>
        <a:xfrm>
          <a:off x="4131215" y="4378354"/>
          <a:ext cx="3015169" cy="3941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419" sz="1800" kern="1200" dirty="0"/>
        </a:p>
      </dsp:txBody>
      <dsp:txXfrm>
        <a:off x="4131215" y="4378354"/>
        <a:ext cx="3015169" cy="394171"/>
      </dsp:txXfrm>
    </dsp:sp>
    <dsp:sp modelId="{9E572937-C28B-4D48-96D0-40E6CC36BFDC}">
      <dsp:nvSpPr>
        <dsp:cNvPr id="0" name=""/>
        <dsp:cNvSpPr/>
      </dsp:nvSpPr>
      <dsp:spPr>
        <a:xfrm>
          <a:off x="7926232" y="1658789"/>
          <a:ext cx="3350188" cy="3941398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9525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C3345A2-FADB-4B38-BD17-51B26D77C3DC}">
      <dsp:nvSpPr>
        <dsp:cNvPr id="0" name=""/>
        <dsp:cNvSpPr/>
      </dsp:nvSpPr>
      <dsp:spPr>
        <a:xfrm>
          <a:off x="8093742" y="1816445"/>
          <a:ext cx="3015169" cy="2561908"/>
        </a:xfrm>
        <a:prstGeom prst="rect">
          <a:avLst/>
        </a:prstGeom>
        <a:blipFill>
          <a:blip xmlns:r="http://schemas.openxmlformats.org/officeDocument/2006/relationships" r:embed="rId3"/>
          <a:srcRect/>
          <a:stretch>
            <a:fillRect t="-9000" b="-9000"/>
          </a:stretch>
        </a:blipFill>
        <a:ln w="952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/>
      </dsp:style>
    </dsp:sp>
    <dsp:sp modelId="{C7E6ED16-2581-4C17-8CAE-A87BE42F563A}">
      <dsp:nvSpPr>
        <dsp:cNvPr id="0" name=""/>
        <dsp:cNvSpPr/>
      </dsp:nvSpPr>
      <dsp:spPr>
        <a:xfrm>
          <a:off x="8093742" y="4772526"/>
          <a:ext cx="3015169" cy="670006"/>
        </a:xfrm>
        <a:prstGeom prst="rect">
          <a:avLst/>
        </a:prstGeom>
        <a:gradFill rotWithShape="0">
          <a:gsLst>
            <a:gs pos="0">
              <a:schemeClr val="accent4">
                <a:hueOff val="-4464770"/>
                <a:satOff val="26899"/>
                <a:lumOff val="2156"/>
                <a:alphaOff val="0"/>
                <a:tint val="50000"/>
                <a:satMod val="300000"/>
              </a:schemeClr>
            </a:gs>
            <a:gs pos="35000">
              <a:schemeClr val="accent4">
                <a:hueOff val="-4464770"/>
                <a:satOff val="26899"/>
                <a:lumOff val="2156"/>
                <a:alphaOff val="0"/>
                <a:tint val="37000"/>
                <a:satMod val="300000"/>
              </a:schemeClr>
            </a:gs>
            <a:gs pos="100000">
              <a:schemeClr val="accent4">
                <a:hueOff val="-4464770"/>
                <a:satOff val="26899"/>
                <a:lumOff val="2156"/>
                <a:alphaOff val="0"/>
                <a:tint val="15000"/>
                <a:satMod val="350000"/>
              </a:schemeClr>
            </a:gs>
          </a:gsLst>
          <a:lin ang="16200000" scaled="1"/>
        </a:gra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  <a:scene3d>
          <a:camera prst="orthographicFront"/>
          <a:lightRig rig="flat" dir="t"/>
        </a:scene3d>
        <a:sp3d prstMaterial="dkEdge">
          <a:bevelT w="8200" h="38100"/>
        </a:sp3d>
      </dsp:spPr>
      <dsp:style>
        <a:lnRef idx="0">
          <a:scrgbClr r="0" g="0" b="0"/>
        </a:lnRef>
        <a:fillRef idx="2">
          <a:scrgbClr r="0" g="0" b="0"/>
        </a:fillRef>
        <a:effectRef idx="1">
          <a:scrgbClr r="0" g="0" b="0"/>
        </a:effectRef>
        <a:fontRef idx="minor">
          <a:schemeClr val="dk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419" sz="1800" b="1" kern="1200" dirty="0"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rPr>
            <a:t>Determinar la usabilidad…</a:t>
          </a:r>
          <a:endParaRPr lang="es-419" sz="1800" kern="1200" dirty="0"/>
        </a:p>
      </dsp:txBody>
      <dsp:txXfrm>
        <a:off x="8093742" y="4772526"/>
        <a:ext cx="3015169" cy="670006"/>
      </dsp:txXfrm>
    </dsp:sp>
    <dsp:sp modelId="{9BBF4212-A95E-4B75-B8AE-0721B54F06F0}">
      <dsp:nvSpPr>
        <dsp:cNvPr id="0" name=""/>
        <dsp:cNvSpPr/>
      </dsp:nvSpPr>
      <dsp:spPr>
        <a:xfrm>
          <a:off x="8093742" y="4378354"/>
          <a:ext cx="3015169" cy="39417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419" sz="1800" kern="1200" dirty="0"/>
        </a:p>
      </dsp:txBody>
      <dsp:txXfrm>
        <a:off x="8093742" y="4378354"/>
        <a:ext cx="3015169" cy="39417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BA14CA8-D673-4E0C-963E-C9D87BB85FB5}">
      <dsp:nvSpPr>
        <dsp:cNvPr id="0" name=""/>
        <dsp:cNvSpPr/>
      </dsp:nvSpPr>
      <dsp:spPr>
        <a:xfrm>
          <a:off x="5722" y="2349304"/>
          <a:ext cx="2602041" cy="1548886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92024" rIns="192024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419" sz="2700" b="1" kern="1200" dirty="0"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rPr>
            <a:t>Tipo de investigación</a:t>
          </a:r>
          <a:endParaRPr lang="es-419" sz="2700" kern="1200" dirty="0"/>
        </a:p>
      </dsp:txBody>
      <dsp:txXfrm>
        <a:off x="5722" y="2349304"/>
        <a:ext cx="2602041" cy="1032591"/>
      </dsp:txXfrm>
    </dsp:sp>
    <dsp:sp modelId="{64E4E6EC-BD3E-41B8-B006-C11AB857865B}">
      <dsp:nvSpPr>
        <dsp:cNvPr id="0" name=""/>
        <dsp:cNvSpPr/>
      </dsp:nvSpPr>
      <dsp:spPr>
        <a:xfrm>
          <a:off x="538671" y="3381895"/>
          <a:ext cx="2602041" cy="2041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2024" tIns="192024" rIns="192024" bIns="192024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419" sz="2700" kern="1200" dirty="0"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rPr>
            <a:t>Aplicada y Descriptiva</a:t>
          </a:r>
          <a:endParaRPr lang="es-419" sz="2700" kern="1200" dirty="0"/>
        </a:p>
      </dsp:txBody>
      <dsp:txXfrm>
        <a:off x="598456" y="3441680"/>
        <a:ext cx="2482471" cy="1921630"/>
      </dsp:txXfrm>
    </dsp:sp>
    <dsp:sp modelId="{608AAEA7-74AC-464A-8CF8-D6C6785A48E5}">
      <dsp:nvSpPr>
        <dsp:cNvPr id="0" name=""/>
        <dsp:cNvSpPr/>
      </dsp:nvSpPr>
      <dsp:spPr>
        <a:xfrm>
          <a:off x="3002224" y="2541683"/>
          <a:ext cx="836255" cy="647833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419" sz="2200" kern="1200"/>
        </a:p>
      </dsp:txBody>
      <dsp:txXfrm>
        <a:off x="3002224" y="2671250"/>
        <a:ext cx="641905" cy="388699"/>
      </dsp:txXfrm>
    </dsp:sp>
    <dsp:sp modelId="{55719480-70B2-4832-8A09-97CD613DCD6A}">
      <dsp:nvSpPr>
        <dsp:cNvPr id="0" name=""/>
        <dsp:cNvSpPr/>
      </dsp:nvSpPr>
      <dsp:spPr>
        <a:xfrm>
          <a:off x="4185604" y="2349304"/>
          <a:ext cx="2602041" cy="1548886"/>
        </a:xfrm>
        <a:prstGeom prst="roundRect">
          <a:avLst>
            <a:gd name="adj" fmla="val 10000"/>
          </a:avLst>
        </a:prstGeom>
        <a:solidFill>
          <a:schemeClr val="accent4">
            <a:hueOff val="-2232385"/>
            <a:satOff val="13449"/>
            <a:lumOff val="1078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92024" rIns="192024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419" sz="2700" b="1" kern="1200" dirty="0"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rPr>
            <a:t>Método de investigación</a:t>
          </a:r>
          <a:endParaRPr lang="es-419" sz="2700" kern="1200" dirty="0"/>
        </a:p>
      </dsp:txBody>
      <dsp:txXfrm>
        <a:off x="4185604" y="2349304"/>
        <a:ext cx="2602041" cy="1032591"/>
      </dsp:txXfrm>
    </dsp:sp>
    <dsp:sp modelId="{2BC7285D-3C0C-476B-9DD3-3A94964966AF}">
      <dsp:nvSpPr>
        <dsp:cNvPr id="0" name=""/>
        <dsp:cNvSpPr/>
      </dsp:nvSpPr>
      <dsp:spPr>
        <a:xfrm>
          <a:off x="4718553" y="3381895"/>
          <a:ext cx="2602041" cy="2041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-2232385"/>
              <a:satOff val="13449"/>
              <a:lumOff val="107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2024" tIns="192024" rIns="192024" bIns="192024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419" sz="2700" kern="1200" dirty="0"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rPr>
            <a:t>Método Analítico-Sintético</a:t>
          </a:r>
          <a:endParaRPr lang="es-419" sz="2700" kern="1200" dirty="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C" sz="2700" kern="1200"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rPr>
            <a:t>Deductivo</a:t>
          </a:r>
          <a:endParaRPr lang="es-EC" sz="2700" kern="1200" dirty="0">
            <a:latin typeface="Times New Roman" panose="02020603050405020304" pitchFamily="18" charset="0"/>
            <a:ea typeface="Aptos" panose="020B0004020202020204" pitchFamily="34" charset="0"/>
            <a:cs typeface="Times New Roman" panose="02020603050405020304" pitchFamily="18" charset="0"/>
          </a:endParaRPr>
        </a:p>
      </dsp:txBody>
      <dsp:txXfrm>
        <a:off x="4778338" y="3441680"/>
        <a:ext cx="2482471" cy="1921630"/>
      </dsp:txXfrm>
    </dsp:sp>
    <dsp:sp modelId="{5838DCFB-EF42-4890-83BE-F83658D4CAF0}">
      <dsp:nvSpPr>
        <dsp:cNvPr id="0" name=""/>
        <dsp:cNvSpPr/>
      </dsp:nvSpPr>
      <dsp:spPr>
        <a:xfrm>
          <a:off x="7182106" y="2541683"/>
          <a:ext cx="836255" cy="647833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-4464770"/>
            <a:satOff val="26899"/>
            <a:lumOff val="2156"/>
            <a:alphaOff val="0"/>
          </a:schemeClr>
        </a:solidFill>
        <a:ln>
          <a:noFill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419" sz="2200" kern="1200"/>
        </a:p>
      </dsp:txBody>
      <dsp:txXfrm>
        <a:off x="7182106" y="2671250"/>
        <a:ext cx="641905" cy="388699"/>
      </dsp:txXfrm>
    </dsp:sp>
    <dsp:sp modelId="{8C2EC6B9-954E-4297-8964-CCCB09CBAF9E}">
      <dsp:nvSpPr>
        <dsp:cNvPr id="0" name=""/>
        <dsp:cNvSpPr/>
      </dsp:nvSpPr>
      <dsp:spPr>
        <a:xfrm>
          <a:off x="8365487" y="2349304"/>
          <a:ext cx="2602041" cy="1548886"/>
        </a:xfrm>
        <a:prstGeom prst="roundRect">
          <a:avLst>
            <a:gd name="adj" fmla="val 10000"/>
          </a:avLst>
        </a:prstGeom>
        <a:solidFill>
          <a:schemeClr val="accent4">
            <a:hueOff val="-4464770"/>
            <a:satOff val="26899"/>
            <a:lumOff val="2156"/>
            <a:alphaOff val="0"/>
          </a:schemeClr>
        </a:solidFill>
        <a:ln w="381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0000" dist="20000" dir="5400000" rotWithShape="0">
            <a:srgbClr val="000000">
              <a:alpha val="38000"/>
            </a:srgbClr>
          </a:outerShdw>
        </a:effectLst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92024" tIns="192024" rIns="192024" bIns="102870" numCol="1" spcCol="1270" anchor="t" anchorCtr="0">
          <a:noAutofit/>
        </a:bodyPr>
        <a:lstStyle/>
        <a:p>
          <a:pPr marL="0" lvl="0" indent="0" algn="l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419" sz="2700" b="1" kern="1200" dirty="0"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rPr>
            <a:t>Diseño de investigación</a:t>
          </a:r>
          <a:endParaRPr lang="es-419" sz="2700" kern="1200" dirty="0"/>
        </a:p>
      </dsp:txBody>
      <dsp:txXfrm>
        <a:off x="8365487" y="2349304"/>
        <a:ext cx="2602041" cy="1032591"/>
      </dsp:txXfrm>
    </dsp:sp>
    <dsp:sp modelId="{98CFC16C-289C-4C01-89BC-0FB7084102BB}">
      <dsp:nvSpPr>
        <dsp:cNvPr id="0" name=""/>
        <dsp:cNvSpPr/>
      </dsp:nvSpPr>
      <dsp:spPr>
        <a:xfrm>
          <a:off x="8898435" y="3381895"/>
          <a:ext cx="2602041" cy="20412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-4464770"/>
              <a:satOff val="26899"/>
              <a:lumOff val="215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92024" tIns="192024" rIns="192024" bIns="192024" numCol="1" spcCol="1270" anchor="t" anchorCtr="0">
          <a:noAutofit/>
        </a:bodyPr>
        <a:lstStyle/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419" sz="2700" kern="1200" dirty="0"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rPr>
            <a:t>No Experimental</a:t>
          </a:r>
          <a:endParaRPr lang="es-419" sz="2700" kern="1200" dirty="0"/>
        </a:p>
        <a:p>
          <a:pPr marL="228600" lvl="1" indent="-228600" algn="l" defTabSz="12001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C" sz="2700" kern="1200"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rPr>
            <a:t>Transversal</a:t>
          </a:r>
          <a:endParaRPr lang="es-EC" sz="2700" kern="1200" dirty="0">
            <a:latin typeface="Times New Roman" panose="02020603050405020304" pitchFamily="18" charset="0"/>
            <a:ea typeface="Aptos" panose="020B0004020202020204" pitchFamily="34" charset="0"/>
            <a:cs typeface="Times New Roman" panose="02020603050405020304" pitchFamily="18" charset="0"/>
          </a:endParaRPr>
        </a:p>
      </dsp:txBody>
      <dsp:txXfrm>
        <a:off x="8958220" y="3441680"/>
        <a:ext cx="2482471" cy="192163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CaptionedPictures">
  <dgm:title val=""/>
  <dgm:desc val=""/>
  <dgm:catLst>
    <dgm:cat type="picture" pri="5000"/>
    <dgm:cat type="pictureconvert" pri="50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20">
          <dgm:prSet phldr="1"/>
        </dgm:pt>
        <dgm:pt modelId="21">
          <dgm:prSet phldr="1"/>
        </dgm:pt>
        <dgm:pt modelId="30">
          <dgm:prSet phldr="1"/>
        </dgm:pt>
        <dgm:pt modelId="31">
          <dgm:prSet phldr="1"/>
        </dgm:pt>
        <dgm:pt modelId="40">
          <dgm:prSet phldr="1"/>
        </dgm:pt>
        <dgm:pt modelId="41">
          <dgm:prSet phldr="1"/>
        </dgm:pt>
      </dgm:ptLst>
      <dgm:cxnLst>
        <dgm:cxn modelId="60" srcId="0" destId="10" srcOrd="0" destOrd="0"/>
        <dgm:cxn modelId="12" srcId="10" destId="11" srcOrd="0" destOrd="0"/>
        <dgm:cxn modelId="70" srcId="0" destId="20" srcOrd="1" destOrd="0"/>
        <dgm:cxn modelId="22" srcId="20" destId="21" srcOrd="0" destOrd="0"/>
        <dgm:cxn modelId="80" srcId="0" destId="30" srcOrd="2" destOrd="0"/>
        <dgm:cxn modelId="32" srcId="30" destId="31" srcOrd="0" destOrd="0"/>
        <dgm:cxn modelId="90" srcId="0" destId="40" srcOrd="3" destOrd="0"/>
        <dgm:cxn modelId="42" srcId="40" destId="41" srcOrd="0" destOrd="0"/>
      </dgm:cxnLst>
      <dgm:bg/>
      <dgm:whole/>
    </dgm:dataModel>
  </dgm:clrData>
  <dgm:layoutNode name="Name0">
    <dgm:varLst>
      <dgm:chMax/>
      <dgm:chPref/>
      <dgm:dir/>
    </dgm:varLst>
    <dgm:choose name="Name1">
      <dgm:if name="Name2" func="var" arg="dir" op="equ" val="norm">
        <dgm:alg type="snake">
          <dgm:param type="off" val="ctr"/>
        </dgm:alg>
      </dgm:if>
      <dgm:else name="Name3">
        <dgm:alg type="snake">
          <dgm:param type="grDir" val="tR"/>
          <dgm:param type="off" val="ctr"/>
        </dgm:alg>
      </dgm:else>
    </dgm:choose>
    <dgm:shape xmlns:r="http://schemas.openxmlformats.org/officeDocument/2006/relationships" r:blip="">
      <dgm:adjLst/>
    </dgm:shape>
    <dgm:constrLst>
      <dgm:constr type="primFontSz" for="des" forName="Parent" op="equ"/>
      <dgm:constr type="primFontSz" for="des" forName="Child" refType="primFontSz" refFor="des" refForName="Parent" op="lte"/>
      <dgm:constr type="w" for="ch" forName="composite" refType="w"/>
      <dgm:constr type="h" for="ch" forName="composite" refType="h"/>
      <dgm:constr type="sp" refType="w" refFor="ch" refForName="composite" op="equ" fact="0.1"/>
      <dgm:constr type="w" for="ch" forName="sibTrans" refType="w" refFor="ch" refForName="composite" op="equ" fact="0.1"/>
      <dgm:constr type="h" for="ch" forName="sibTrans" refType="w" refFor="ch" refForName="sibTrans" op="equ"/>
    </dgm:constrLst>
    <dgm:forEach name="nodesForEach" axis="ch" ptType="node">
      <dgm:layoutNode name="composite">
        <dgm:varLst>
          <dgm:chMax val="1"/>
          <dgm:chPref val="1"/>
        </dgm:varLst>
        <dgm:alg type="composite">
          <dgm:param type="ar" val="0.85"/>
        </dgm:alg>
        <dgm:shape xmlns:r="http://schemas.openxmlformats.org/officeDocument/2006/relationships" r:blip="">
          <dgm:adjLst/>
        </dgm:shape>
        <dgm:constrLst>
          <dgm:constr type="l" for="ch" forName="Accent" refType="w" fact="0"/>
          <dgm:constr type="t" for="ch" forName="Accent" refType="h" fact="0"/>
          <dgm:constr type="w" for="ch" forName="Accent" refType="w"/>
          <dgm:constr type="h" for="ch" forName="Accent" refType="h"/>
          <dgm:constr type="l" for="ch" forName="Image" refType="w" fact="0.05"/>
          <dgm:constr type="t" for="ch" forName="Image" refType="h" fact="0.04"/>
          <dgm:constr type="w" for="ch" forName="Image" refType="w" fact="0.9"/>
          <dgm:constr type="h" for="ch" forName="Image" refType="h" fact="0.65"/>
          <dgm:constr type="l" for="ch" forName="ChildComposite" refType="w" fact="0.05"/>
          <dgm:constr type="t" for="ch" forName="ChildComposite" refType="h" fact="0.69"/>
          <dgm:constr type="w" for="ch" forName="ChildComposite" refType="w" fact="0.9"/>
          <dgm:constr type="h" for="ch" forName="ChildComposite" refType="h" fact="0.27"/>
        </dgm:constrLst>
        <dgm:layoutNode name="Accent" styleLbl="trAlignAcc1">
          <dgm:varLst>
            <dgm:chMax val="0"/>
            <dgm:chPref val="0"/>
          </dgm:varLst>
          <dgm:alg type="sp"/>
          <dgm:shape xmlns:r="http://schemas.openxmlformats.org/officeDocument/2006/relationships" type="rect" r:blip="">
            <dgm:adjLst/>
          </dgm:shape>
          <dgm:presOf/>
        </dgm:layoutNode>
        <dgm:layoutNode name="Image" styleLbl="alignImgPlace1">
          <dgm:varLst>
            <dgm:chMax val="0"/>
            <dgm:chPref val="0"/>
          </dgm:varLst>
          <dgm:alg type="sp"/>
          <dgm:shape xmlns:r="http://schemas.openxmlformats.org/officeDocument/2006/relationships" type="rect" r:blip="" blipPhldr="1">
            <dgm:adjLst/>
          </dgm:shape>
          <dgm:presOf/>
        </dgm:layoutNode>
        <dgm:layoutNode name="ChildComposite">
          <dgm:alg type="composite"/>
          <dgm:shape xmlns:r="http://schemas.openxmlformats.org/officeDocument/2006/relationships" r:blip="">
            <dgm:adjLst/>
          </dgm:shape>
          <dgm:choose name="Name4">
            <dgm:if name="Name5" axis="ch" ptType="node" func="cnt" op="gte" val="1">
              <dgm:constrLst>
                <dgm:constr type="l" for="ch" forName="Parent" refType="w" fact="0"/>
                <dgm:constr type="t" for="ch" forName="Parent" refType="h" fact="0"/>
                <dgm:constr type="w" for="ch" forName="Parent" refType="w"/>
                <dgm:constr type="h" for="ch" forName="Parent" refType="h" fact="0.3704"/>
                <dgm:constr type="l" for="ch" forName="Child" refType="w" fact="0"/>
                <dgm:constr type="t" for="ch" forName="Child" refType="h" fact="0.3704"/>
                <dgm:constr type="w" for="ch" forName="Child" refType="w"/>
                <dgm:constr type="h" for="ch" forName="Child" refType="h" fact="0.6296"/>
              </dgm:constrLst>
            </dgm:if>
            <dgm:else name="Name6">
              <dgm:constrLst>
                <dgm:constr type="l" for="ch" forName="Parent" refType="w" fact="0"/>
                <dgm:constr type="t" for="ch" forName="Parent" refType="h" fact="0"/>
                <dgm:constr type="w" for="ch" forName="Parent" refType="w"/>
                <dgm:constr type="h" for="ch" forName="Parent" refType="h"/>
                <dgm:constr type="l" for="ch" forName="Child" refType="w" fact="0"/>
                <dgm:constr type="t" for="ch" forName="Child" refType="h" fact="0"/>
                <dgm:constr type="w" for="ch" forName="Child" refType="w" fact="0"/>
                <dgm:constr type="h" for="ch" forName="Child" refType="h" fact="0"/>
              </dgm:constrLst>
            </dgm:else>
          </dgm:choose>
          <dgm:layoutNode name="Child" styleLbl="node1">
            <dgm:varLst>
              <dgm:chMax val="0"/>
              <dgm:chPref val="0"/>
              <dgm:bulletEnabled val="1"/>
            </dgm:varLst>
            <dgm:choose name="Name7">
              <dgm:if name="Name8" axis="ch" ptType="node" func="cnt" op="gt" val="1">
                <dgm:alg type="tx">
                  <dgm:param type="parTxLTRAlign" val="l"/>
                  <dgm:param type="parTxRTLAlign" val="r"/>
                  <dgm:param type="txAnchorVert" val="mid"/>
                  <dgm:param type="txAnchorVertCh" val="mid"/>
                </dgm:alg>
              </dgm:if>
              <dgm:else name="Name9">
                <dgm:alg type="tx">
                  <dgm:param type="parTxLTRAlign" val="ctr"/>
                  <dgm:param type="parTxRTLAlign" val="ctr"/>
                  <dgm:param type="shpTxLTRAlignCh" val="l"/>
                  <dgm:param type="shpTxRTLAlignCh" val="r"/>
                  <dgm:param type="txAnchorVert" val="mid"/>
                  <dgm:param type="txAnchorVertCh" val="mid"/>
                </dgm:alg>
              </dgm:else>
            </dgm:choose>
            <dgm:choose name="Name10">
              <dgm:if name="Name11" axis="ch" ptType="node" func="cnt" op="gte" val="1">
                <dgm:shape xmlns:r="http://schemas.openxmlformats.org/officeDocument/2006/relationships" type="rect" r:blip="">
                  <dgm:adjLst/>
                </dgm:shape>
              </dgm:if>
              <dgm:else name="Name12">
                <dgm:shape xmlns:r="http://schemas.openxmlformats.org/officeDocument/2006/relationships" type="rect" r:blip="" hideGeom="1">
                  <dgm:adjLst/>
                </dgm:shape>
              </dgm:else>
            </dgm:choose>
            <dgm:choose name="Name13">
              <dgm:if name="Name14" axis="ch" ptType="node" func="cnt" op="gte" val="1">
                <dgm:presOf axis="des" ptType="node"/>
              </dgm:if>
              <dgm:else name="Name15">
                <dgm:presOf/>
              </dgm:else>
            </dgm:choose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  <dgm:layoutNode name="Parent" styleLbl="revTx">
            <dgm:varLst>
              <dgm:chMax val="1"/>
              <dgm:chPref val="0"/>
              <dgm:bulletEnabled val="1"/>
            </dgm:varLst>
            <dgm:alg type="tx">
              <dgm:param type="shpTxLTRAlignCh" val="ctr"/>
              <dgm:param type="txAnchorVert" val="mid"/>
            </dgm:alg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3">
  <dgm:title val=""/>
  <dgm:desc val=""/>
  <dgm:catLst>
    <dgm:cat type="simple" pri="103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lnNode1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dk1"/>
      </a:fontRef>
    </dgm:style>
  </dgm:styleLbl>
  <dgm:styleLbl name="venn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node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1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2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3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asst4">
    <dgm:scene3d>
      <a:camera prst="orthographicFront"/>
      <a:lightRig rig="flat" dir="t"/>
    </dgm:scene3d>
    <dgm:sp3d prstMaterial="dkEdge">
      <a:bevelT w="8200" h="38100"/>
    </dgm:sp3d>
    <dgm:txPr/>
    <dgm:style>
      <a:lnRef idx="0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>
        <a:schemeClr val="dk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prstMaterial="dkEdge">
      <a:bevelT w="8200" h="38100"/>
    </dgm:sp3d>
    <dgm:txPr/>
    <dgm:style>
      <a:lnRef idx="1">
        <a:scrgbClr r="0" g="0" b="0"/>
      </a:lnRef>
      <a:fillRef idx="2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9/15/2025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9/15/2025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9/15/2025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9/15/2025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9370059" y="0"/>
            <a:ext cx="1219200" cy="6858000"/>
          </a:xfrm>
          <a:custGeom>
            <a:avLst/>
            <a:gdLst/>
            <a:ahLst/>
            <a:cxnLst/>
            <a:rect l="l" t="t" r="r" b="b"/>
            <a:pathLst>
              <a:path w="1219200" h="6858000">
                <a:moveTo>
                  <a:pt x="0" y="0"/>
                </a:moveTo>
                <a:lnTo>
                  <a:pt x="1219200" y="6857999"/>
                </a:lnTo>
              </a:path>
            </a:pathLst>
          </a:custGeom>
          <a:ln w="9525">
            <a:solidFill>
              <a:srgbClr val="BEBEB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7424419" y="3680459"/>
            <a:ext cx="4765040" cy="3177540"/>
          </a:xfrm>
          <a:custGeom>
            <a:avLst/>
            <a:gdLst/>
            <a:ahLst/>
            <a:cxnLst/>
            <a:rect l="l" t="t" r="r" b="b"/>
            <a:pathLst>
              <a:path w="4765040" h="3177540">
                <a:moveTo>
                  <a:pt x="4764785" y="0"/>
                </a:moveTo>
                <a:lnTo>
                  <a:pt x="0" y="3177222"/>
                </a:lnTo>
              </a:path>
            </a:pathLst>
          </a:custGeom>
          <a:ln w="9525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9182099" y="0"/>
            <a:ext cx="3007360" cy="6858000"/>
          </a:xfrm>
          <a:custGeom>
            <a:avLst/>
            <a:gdLst/>
            <a:ahLst/>
            <a:cxnLst/>
            <a:rect l="l" t="t" r="r" b="b"/>
            <a:pathLst>
              <a:path w="3007359" h="6858000">
                <a:moveTo>
                  <a:pt x="3007359" y="0"/>
                </a:moveTo>
                <a:lnTo>
                  <a:pt x="2043049" y="0"/>
                </a:lnTo>
                <a:lnTo>
                  <a:pt x="0" y="6857998"/>
                </a:lnTo>
                <a:lnTo>
                  <a:pt x="3007359" y="6857998"/>
                </a:lnTo>
                <a:lnTo>
                  <a:pt x="3007359" y="0"/>
                </a:lnTo>
                <a:close/>
              </a:path>
            </a:pathLst>
          </a:custGeom>
          <a:solidFill>
            <a:srgbClr val="90C225">
              <a:alpha val="3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9603739" y="0"/>
            <a:ext cx="2588260" cy="6858000"/>
          </a:xfrm>
          <a:custGeom>
            <a:avLst/>
            <a:gdLst/>
            <a:ahLst/>
            <a:cxnLst/>
            <a:rect l="l" t="t" r="r" b="b"/>
            <a:pathLst>
              <a:path w="2588259" h="6858000">
                <a:moveTo>
                  <a:pt x="2587752" y="0"/>
                </a:moveTo>
                <a:lnTo>
                  <a:pt x="0" y="0"/>
                </a:lnTo>
                <a:lnTo>
                  <a:pt x="1208277" y="6857998"/>
                </a:lnTo>
                <a:lnTo>
                  <a:pt x="2587752" y="6857998"/>
                </a:lnTo>
                <a:lnTo>
                  <a:pt x="2587752" y="0"/>
                </a:lnTo>
                <a:close/>
              </a:path>
            </a:pathLst>
          </a:custGeom>
          <a:solidFill>
            <a:srgbClr val="90C225">
              <a:alpha val="1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8933179" y="3048000"/>
            <a:ext cx="3258820" cy="3810000"/>
          </a:xfrm>
          <a:custGeom>
            <a:avLst/>
            <a:gdLst/>
            <a:ahLst/>
            <a:cxnLst/>
            <a:rect l="l" t="t" r="r" b="b"/>
            <a:pathLst>
              <a:path w="3258820" h="3810000">
                <a:moveTo>
                  <a:pt x="3258439" y="0"/>
                </a:moveTo>
                <a:lnTo>
                  <a:pt x="0" y="3809998"/>
                </a:lnTo>
                <a:lnTo>
                  <a:pt x="3258439" y="3809998"/>
                </a:lnTo>
                <a:lnTo>
                  <a:pt x="3258439" y="0"/>
                </a:lnTo>
                <a:close/>
              </a:path>
            </a:pathLst>
          </a:custGeom>
          <a:solidFill>
            <a:srgbClr val="539F20">
              <a:alpha val="7215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9337039" y="0"/>
            <a:ext cx="2852420" cy="6858000"/>
          </a:xfrm>
          <a:custGeom>
            <a:avLst/>
            <a:gdLst/>
            <a:ahLst/>
            <a:cxnLst/>
            <a:rect l="l" t="t" r="r" b="b"/>
            <a:pathLst>
              <a:path w="2852420" h="6858000">
                <a:moveTo>
                  <a:pt x="2851911" y="0"/>
                </a:moveTo>
                <a:lnTo>
                  <a:pt x="0" y="0"/>
                </a:lnTo>
                <a:lnTo>
                  <a:pt x="2468244" y="6857998"/>
                </a:lnTo>
                <a:lnTo>
                  <a:pt x="2851911" y="6857998"/>
                </a:lnTo>
                <a:lnTo>
                  <a:pt x="2851911" y="0"/>
                </a:lnTo>
                <a:close/>
              </a:path>
            </a:pathLst>
          </a:custGeom>
          <a:solidFill>
            <a:srgbClr val="3E7818">
              <a:alpha val="7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10899139" y="0"/>
            <a:ext cx="1290320" cy="6858000"/>
          </a:xfrm>
          <a:custGeom>
            <a:avLst/>
            <a:gdLst/>
            <a:ahLst/>
            <a:cxnLst/>
            <a:rect l="l" t="t" r="r" b="b"/>
            <a:pathLst>
              <a:path w="1290320" h="6858000">
                <a:moveTo>
                  <a:pt x="1290065" y="0"/>
                </a:moveTo>
                <a:lnTo>
                  <a:pt x="1018539" y="0"/>
                </a:lnTo>
                <a:lnTo>
                  <a:pt x="0" y="6857998"/>
                </a:lnTo>
                <a:lnTo>
                  <a:pt x="1290065" y="6857998"/>
                </a:lnTo>
                <a:lnTo>
                  <a:pt x="1290065" y="0"/>
                </a:lnTo>
                <a:close/>
              </a:path>
            </a:pathLst>
          </a:custGeom>
          <a:solidFill>
            <a:srgbClr val="C0E374">
              <a:alpha val="7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bg object 23"/>
          <p:cNvSpPr/>
          <p:nvPr/>
        </p:nvSpPr>
        <p:spPr>
          <a:xfrm>
            <a:off x="10939779" y="0"/>
            <a:ext cx="1249045" cy="6858000"/>
          </a:xfrm>
          <a:custGeom>
            <a:avLst/>
            <a:gdLst/>
            <a:ahLst/>
            <a:cxnLst/>
            <a:rect l="l" t="t" r="r" b="b"/>
            <a:pathLst>
              <a:path w="1249045" h="6858000">
                <a:moveTo>
                  <a:pt x="1249045" y="0"/>
                </a:moveTo>
                <a:lnTo>
                  <a:pt x="0" y="0"/>
                </a:lnTo>
                <a:lnTo>
                  <a:pt x="1108583" y="6857998"/>
                </a:lnTo>
                <a:lnTo>
                  <a:pt x="1249045" y="6857998"/>
                </a:lnTo>
                <a:lnTo>
                  <a:pt x="1249045" y="0"/>
                </a:lnTo>
                <a:close/>
              </a:path>
            </a:pathLst>
          </a:custGeom>
          <a:solidFill>
            <a:srgbClr val="90C225">
              <a:alpha val="65097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bg object 24"/>
          <p:cNvSpPr/>
          <p:nvPr/>
        </p:nvSpPr>
        <p:spPr>
          <a:xfrm>
            <a:off x="10370819" y="3589020"/>
            <a:ext cx="1818639" cy="3268979"/>
          </a:xfrm>
          <a:custGeom>
            <a:avLst/>
            <a:gdLst/>
            <a:ahLst/>
            <a:cxnLst/>
            <a:rect l="l" t="t" r="r" b="b"/>
            <a:pathLst>
              <a:path w="1818640" h="3268979">
                <a:moveTo>
                  <a:pt x="1818385" y="0"/>
                </a:moveTo>
                <a:lnTo>
                  <a:pt x="0" y="3268766"/>
                </a:lnTo>
                <a:lnTo>
                  <a:pt x="1818385" y="3268766"/>
                </a:lnTo>
                <a:lnTo>
                  <a:pt x="1818385" y="0"/>
                </a:lnTo>
                <a:close/>
              </a:path>
            </a:pathLst>
          </a:custGeom>
          <a:solidFill>
            <a:srgbClr val="90C225">
              <a:alpha val="7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bg object 25"/>
          <p:cNvSpPr/>
          <p:nvPr/>
        </p:nvSpPr>
        <p:spPr>
          <a:xfrm>
            <a:off x="0" y="4013200"/>
            <a:ext cx="449580" cy="2844800"/>
          </a:xfrm>
          <a:custGeom>
            <a:avLst/>
            <a:gdLst/>
            <a:ahLst/>
            <a:cxnLst/>
            <a:rect l="l" t="t" r="r" b="b"/>
            <a:pathLst>
              <a:path w="449580" h="2844800">
                <a:moveTo>
                  <a:pt x="0" y="0"/>
                </a:moveTo>
                <a:lnTo>
                  <a:pt x="0" y="2844798"/>
                </a:lnTo>
                <a:lnTo>
                  <a:pt x="449364" y="2844798"/>
                </a:lnTo>
                <a:lnTo>
                  <a:pt x="0" y="0"/>
                </a:lnTo>
                <a:close/>
              </a:path>
            </a:pathLst>
          </a:custGeom>
          <a:solidFill>
            <a:srgbClr val="90C225">
              <a:alpha val="85096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bg object 26"/>
          <p:cNvSpPr/>
          <p:nvPr/>
        </p:nvSpPr>
        <p:spPr>
          <a:xfrm>
            <a:off x="927100" y="1069339"/>
            <a:ext cx="8338820" cy="0"/>
          </a:xfrm>
          <a:custGeom>
            <a:avLst/>
            <a:gdLst/>
            <a:ahLst/>
            <a:cxnLst/>
            <a:rect l="l" t="t" r="r" b="b"/>
            <a:pathLst>
              <a:path w="8338820">
                <a:moveTo>
                  <a:pt x="0" y="0"/>
                </a:moveTo>
                <a:lnTo>
                  <a:pt x="8338566" y="0"/>
                </a:lnTo>
              </a:path>
            </a:pathLst>
          </a:custGeom>
          <a:ln w="19050">
            <a:solidFill>
              <a:srgbClr val="90C2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7" name="bg object 2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177780" y="220979"/>
            <a:ext cx="1849120" cy="2184400"/>
          </a:xfrm>
          <a:prstGeom prst="rect">
            <a:avLst/>
          </a:prstGeom>
        </p:spPr>
      </p:pic>
      <p:pic>
        <p:nvPicPr>
          <p:cNvPr id="28" name="bg object 2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1519" y="1828800"/>
            <a:ext cx="2098040" cy="12192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9/15/2025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1_Blank">
    <p:bg>
      <p:bgPr>
        <a:solidFill>
          <a:srgbClr val="FFFFFF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9350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9370059" y="0"/>
            <a:ext cx="1219200" cy="6858000"/>
          </a:xfrm>
          <a:custGeom>
            <a:avLst/>
            <a:gdLst/>
            <a:ahLst/>
            <a:cxnLst/>
            <a:rect l="l" t="t" r="r" b="b"/>
            <a:pathLst>
              <a:path w="1219200" h="6858000">
                <a:moveTo>
                  <a:pt x="0" y="0"/>
                </a:moveTo>
                <a:lnTo>
                  <a:pt x="1219200" y="6857999"/>
                </a:lnTo>
              </a:path>
            </a:pathLst>
          </a:custGeom>
          <a:ln w="9525">
            <a:solidFill>
              <a:srgbClr val="BEBEB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7424419" y="3680459"/>
            <a:ext cx="4765040" cy="3177540"/>
          </a:xfrm>
          <a:custGeom>
            <a:avLst/>
            <a:gdLst/>
            <a:ahLst/>
            <a:cxnLst/>
            <a:rect l="l" t="t" r="r" b="b"/>
            <a:pathLst>
              <a:path w="4765040" h="3177540">
                <a:moveTo>
                  <a:pt x="4764785" y="0"/>
                </a:moveTo>
                <a:lnTo>
                  <a:pt x="0" y="3177222"/>
                </a:lnTo>
              </a:path>
            </a:pathLst>
          </a:custGeom>
          <a:ln w="9525">
            <a:solidFill>
              <a:srgbClr val="D9D9D9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9182099" y="0"/>
            <a:ext cx="3007360" cy="6858000"/>
          </a:xfrm>
          <a:custGeom>
            <a:avLst/>
            <a:gdLst/>
            <a:ahLst/>
            <a:cxnLst/>
            <a:rect l="l" t="t" r="r" b="b"/>
            <a:pathLst>
              <a:path w="3007359" h="6858000">
                <a:moveTo>
                  <a:pt x="3007359" y="0"/>
                </a:moveTo>
                <a:lnTo>
                  <a:pt x="2043049" y="0"/>
                </a:lnTo>
                <a:lnTo>
                  <a:pt x="0" y="6857998"/>
                </a:lnTo>
                <a:lnTo>
                  <a:pt x="3007359" y="6857998"/>
                </a:lnTo>
                <a:lnTo>
                  <a:pt x="3007359" y="0"/>
                </a:lnTo>
                <a:close/>
              </a:path>
            </a:pathLst>
          </a:custGeom>
          <a:solidFill>
            <a:srgbClr val="90C225">
              <a:alpha val="3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9603739" y="0"/>
            <a:ext cx="2588260" cy="6858000"/>
          </a:xfrm>
          <a:custGeom>
            <a:avLst/>
            <a:gdLst/>
            <a:ahLst/>
            <a:cxnLst/>
            <a:rect l="l" t="t" r="r" b="b"/>
            <a:pathLst>
              <a:path w="2588259" h="6858000">
                <a:moveTo>
                  <a:pt x="2587752" y="0"/>
                </a:moveTo>
                <a:lnTo>
                  <a:pt x="0" y="0"/>
                </a:lnTo>
                <a:lnTo>
                  <a:pt x="1208277" y="6857998"/>
                </a:lnTo>
                <a:lnTo>
                  <a:pt x="2587752" y="6857998"/>
                </a:lnTo>
                <a:lnTo>
                  <a:pt x="2587752" y="0"/>
                </a:lnTo>
                <a:close/>
              </a:path>
            </a:pathLst>
          </a:custGeom>
          <a:solidFill>
            <a:srgbClr val="90C225">
              <a:alpha val="19999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8933179" y="3048000"/>
            <a:ext cx="3258820" cy="3810000"/>
          </a:xfrm>
          <a:custGeom>
            <a:avLst/>
            <a:gdLst/>
            <a:ahLst/>
            <a:cxnLst/>
            <a:rect l="l" t="t" r="r" b="b"/>
            <a:pathLst>
              <a:path w="3258820" h="3810000">
                <a:moveTo>
                  <a:pt x="3258439" y="0"/>
                </a:moveTo>
                <a:lnTo>
                  <a:pt x="0" y="3809998"/>
                </a:lnTo>
                <a:lnTo>
                  <a:pt x="3258439" y="3809998"/>
                </a:lnTo>
                <a:lnTo>
                  <a:pt x="3258439" y="0"/>
                </a:lnTo>
                <a:close/>
              </a:path>
            </a:pathLst>
          </a:custGeom>
          <a:solidFill>
            <a:srgbClr val="539F20">
              <a:alpha val="7215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9337039" y="0"/>
            <a:ext cx="2852420" cy="6858000"/>
          </a:xfrm>
          <a:custGeom>
            <a:avLst/>
            <a:gdLst/>
            <a:ahLst/>
            <a:cxnLst/>
            <a:rect l="l" t="t" r="r" b="b"/>
            <a:pathLst>
              <a:path w="2852420" h="6858000">
                <a:moveTo>
                  <a:pt x="2851911" y="0"/>
                </a:moveTo>
                <a:lnTo>
                  <a:pt x="0" y="0"/>
                </a:lnTo>
                <a:lnTo>
                  <a:pt x="2468244" y="6857998"/>
                </a:lnTo>
                <a:lnTo>
                  <a:pt x="2851911" y="6857998"/>
                </a:lnTo>
                <a:lnTo>
                  <a:pt x="2851911" y="0"/>
                </a:lnTo>
                <a:close/>
              </a:path>
            </a:pathLst>
          </a:custGeom>
          <a:solidFill>
            <a:srgbClr val="3E7818">
              <a:alpha val="7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10899139" y="0"/>
            <a:ext cx="1290320" cy="6858000"/>
          </a:xfrm>
          <a:custGeom>
            <a:avLst/>
            <a:gdLst/>
            <a:ahLst/>
            <a:cxnLst/>
            <a:rect l="l" t="t" r="r" b="b"/>
            <a:pathLst>
              <a:path w="1290320" h="6858000">
                <a:moveTo>
                  <a:pt x="1290065" y="0"/>
                </a:moveTo>
                <a:lnTo>
                  <a:pt x="1018539" y="0"/>
                </a:lnTo>
                <a:lnTo>
                  <a:pt x="0" y="6857998"/>
                </a:lnTo>
                <a:lnTo>
                  <a:pt x="1290065" y="6857998"/>
                </a:lnTo>
                <a:lnTo>
                  <a:pt x="1290065" y="0"/>
                </a:lnTo>
                <a:close/>
              </a:path>
            </a:pathLst>
          </a:custGeom>
          <a:solidFill>
            <a:srgbClr val="C0E374">
              <a:alpha val="70195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bg object 23"/>
          <p:cNvSpPr/>
          <p:nvPr/>
        </p:nvSpPr>
        <p:spPr>
          <a:xfrm>
            <a:off x="10939779" y="0"/>
            <a:ext cx="1249045" cy="6858000"/>
          </a:xfrm>
          <a:custGeom>
            <a:avLst/>
            <a:gdLst/>
            <a:ahLst/>
            <a:cxnLst/>
            <a:rect l="l" t="t" r="r" b="b"/>
            <a:pathLst>
              <a:path w="1249045" h="6858000">
                <a:moveTo>
                  <a:pt x="1249045" y="0"/>
                </a:moveTo>
                <a:lnTo>
                  <a:pt x="0" y="0"/>
                </a:lnTo>
                <a:lnTo>
                  <a:pt x="1108583" y="6857998"/>
                </a:lnTo>
                <a:lnTo>
                  <a:pt x="1249045" y="6857998"/>
                </a:lnTo>
                <a:lnTo>
                  <a:pt x="1249045" y="0"/>
                </a:lnTo>
                <a:close/>
              </a:path>
            </a:pathLst>
          </a:custGeom>
          <a:solidFill>
            <a:srgbClr val="90C225">
              <a:alpha val="65097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bg object 24"/>
          <p:cNvSpPr/>
          <p:nvPr/>
        </p:nvSpPr>
        <p:spPr>
          <a:xfrm>
            <a:off x="10370819" y="3589020"/>
            <a:ext cx="1818639" cy="3268979"/>
          </a:xfrm>
          <a:custGeom>
            <a:avLst/>
            <a:gdLst/>
            <a:ahLst/>
            <a:cxnLst/>
            <a:rect l="l" t="t" r="r" b="b"/>
            <a:pathLst>
              <a:path w="1818640" h="3268979">
                <a:moveTo>
                  <a:pt x="1818385" y="0"/>
                </a:moveTo>
                <a:lnTo>
                  <a:pt x="0" y="3268766"/>
                </a:lnTo>
                <a:lnTo>
                  <a:pt x="1818385" y="3268766"/>
                </a:lnTo>
                <a:lnTo>
                  <a:pt x="1818385" y="0"/>
                </a:lnTo>
                <a:close/>
              </a:path>
            </a:pathLst>
          </a:custGeom>
          <a:solidFill>
            <a:srgbClr val="90C225">
              <a:alpha val="79998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bg object 25"/>
          <p:cNvSpPr/>
          <p:nvPr/>
        </p:nvSpPr>
        <p:spPr>
          <a:xfrm>
            <a:off x="0" y="4013200"/>
            <a:ext cx="449580" cy="2844800"/>
          </a:xfrm>
          <a:custGeom>
            <a:avLst/>
            <a:gdLst/>
            <a:ahLst/>
            <a:cxnLst/>
            <a:rect l="l" t="t" r="r" b="b"/>
            <a:pathLst>
              <a:path w="449580" h="2844800">
                <a:moveTo>
                  <a:pt x="0" y="0"/>
                </a:moveTo>
                <a:lnTo>
                  <a:pt x="0" y="2844798"/>
                </a:lnTo>
                <a:lnTo>
                  <a:pt x="449364" y="2844798"/>
                </a:lnTo>
                <a:lnTo>
                  <a:pt x="0" y="0"/>
                </a:lnTo>
                <a:close/>
              </a:path>
            </a:pathLst>
          </a:custGeom>
          <a:solidFill>
            <a:srgbClr val="90C225">
              <a:alpha val="85096"/>
            </a:srgbClr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bg object 26"/>
          <p:cNvSpPr/>
          <p:nvPr/>
        </p:nvSpPr>
        <p:spPr>
          <a:xfrm>
            <a:off x="927100" y="1026160"/>
            <a:ext cx="8338820" cy="0"/>
          </a:xfrm>
          <a:custGeom>
            <a:avLst/>
            <a:gdLst/>
            <a:ahLst/>
            <a:cxnLst/>
            <a:rect l="l" t="t" r="r" b="b"/>
            <a:pathLst>
              <a:path w="8338820">
                <a:moveTo>
                  <a:pt x="0" y="0"/>
                </a:moveTo>
                <a:lnTo>
                  <a:pt x="8338566" y="0"/>
                </a:lnTo>
              </a:path>
            </a:pathLst>
          </a:custGeom>
          <a:ln w="19050">
            <a:solidFill>
              <a:srgbClr val="90C2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7" name="bg object 27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0177780" y="220979"/>
            <a:ext cx="1849120" cy="218440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2359660" y="438784"/>
            <a:ext cx="5471795" cy="5130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876300" y="1380997"/>
            <a:ext cx="8575675" cy="47821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9/15/2025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Relationship Id="rId5" Type="http://schemas.microsoft.com/office/2007/relationships/hdphoto" Target="../media/hdphoto1.wdp"/><Relationship Id="rId4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6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svgsilh.com/009688/image/297078.html" TargetMode="External"/><Relationship Id="rId3" Type="http://schemas.openxmlformats.org/officeDocument/2006/relationships/image" Target="../media/image18.png"/><Relationship Id="rId7" Type="http://schemas.openxmlformats.org/officeDocument/2006/relationships/image" Target="../media/image21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hyperlink" Target="https://pixabay.com/en/bad-hand-down-red-thumb-157437/" TargetMode="Externa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1"/>
            <a:ext cx="12193693" cy="6857577"/>
            <a:chOff x="0" y="1270"/>
            <a:chExt cx="18290540" cy="10286365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1270"/>
              <a:ext cx="18290358" cy="10286352"/>
            </a:xfrm>
            <a:prstGeom prst="rect">
              <a:avLst/>
            </a:prstGeom>
          </p:spPr>
        </p:pic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569718" y="828059"/>
              <a:ext cx="15144749" cy="8629649"/>
            </a:xfrm>
            <a:prstGeom prst="rect">
              <a:avLst/>
            </a:prstGeom>
          </p:spPr>
        </p:pic>
      </p:grpSp>
      <p:sp>
        <p:nvSpPr>
          <p:cNvPr id="11" name="Google Shape;418;p38">
            <a:extLst>
              <a:ext uri="{FF2B5EF4-FFF2-40B4-BE49-F238E27FC236}">
                <a16:creationId xmlns:a16="http://schemas.microsoft.com/office/drawing/2014/main" id="{E63A593F-50F9-4FA9-D876-E83D1270DF68}"/>
              </a:ext>
            </a:extLst>
          </p:cNvPr>
          <p:cNvSpPr txBox="1">
            <a:spLocks/>
          </p:cNvSpPr>
          <p:nvPr/>
        </p:nvSpPr>
        <p:spPr>
          <a:xfrm>
            <a:off x="-1115236" y="-838142"/>
            <a:ext cx="13307236" cy="204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oncert One"/>
              <a:buNone/>
              <a:defRPr sz="3100" b="0" i="0" u="none" strike="noStrike" cap="none">
                <a:solidFill>
                  <a:schemeClr val="tx1"/>
                </a:solidFill>
                <a:latin typeface="Arial Black"/>
                <a:ea typeface="Concert One"/>
                <a:cs typeface="Arial Black"/>
                <a:sym typeface="Concert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DM Sans"/>
              <a:buNone/>
              <a:defRPr sz="35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r>
              <a:rPr lang="es-EC" sz="28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UNIVERSIDAD TÉCNICA ESTATAL DE QUEVEDO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AB4DB8E5-C1F9-576E-F49B-3B5A102659AC}"/>
              </a:ext>
            </a:extLst>
          </p:cNvPr>
          <p:cNvSpPr txBox="1"/>
          <p:nvPr/>
        </p:nvSpPr>
        <p:spPr>
          <a:xfrm>
            <a:off x="4200344" y="1835922"/>
            <a:ext cx="358944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C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INGENIERÍA TELEMÁTICA</a:t>
            </a:r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AB107A7D-3103-27FE-1115-923A25BA883B}"/>
              </a:ext>
            </a:extLst>
          </p:cNvPr>
          <p:cNvSpPr txBox="1"/>
          <p:nvPr/>
        </p:nvSpPr>
        <p:spPr>
          <a:xfrm>
            <a:off x="2770741" y="1108898"/>
            <a:ext cx="6647974" cy="7487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C" sz="2133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FACULTAD DE CIENCIAS DE LA COMPUTACIÓN</a:t>
            </a:r>
          </a:p>
          <a:p>
            <a:pPr algn="ctr"/>
            <a:r>
              <a:rPr lang="es-EC" sz="2133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Y DISEÑO DIGITAL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18B08670-DB2F-F2FD-A1DF-6D6E852644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0707" y="453003"/>
            <a:ext cx="1173861" cy="1200000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95760BC5-D083-AACC-0E6A-34B032EFBBE6}"/>
              </a:ext>
            </a:extLst>
          </p:cNvPr>
          <p:cNvSpPr txBox="1"/>
          <p:nvPr/>
        </p:nvSpPr>
        <p:spPr>
          <a:xfrm>
            <a:off x="3044486" y="4623508"/>
            <a:ext cx="62340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C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TUTOR</a:t>
            </a:r>
            <a:r>
              <a:rPr lang="es-EC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algn="ctr"/>
            <a:r>
              <a:rPr lang="es-EC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ING. NATA CASTRO DAISY JUDITH. MSC.</a:t>
            </a:r>
          </a:p>
        </p:txBody>
      </p:sp>
      <p:sp>
        <p:nvSpPr>
          <p:cNvPr id="17" name="CuadroTexto 16">
            <a:extLst>
              <a:ext uri="{FF2B5EF4-FFF2-40B4-BE49-F238E27FC236}">
                <a16:creationId xmlns:a16="http://schemas.microsoft.com/office/drawing/2014/main" id="{2F593445-E841-3330-4480-42F825BB4675}"/>
              </a:ext>
            </a:extLst>
          </p:cNvPr>
          <p:cNvSpPr txBox="1"/>
          <p:nvPr/>
        </p:nvSpPr>
        <p:spPr>
          <a:xfrm>
            <a:off x="4230596" y="5313896"/>
            <a:ext cx="390683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C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AUTOR: </a:t>
            </a:r>
          </a:p>
          <a:p>
            <a:pPr algn="ctr"/>
            <a:r>
              <a:rPr lang="es-EC" sz="16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MORALES COBEÑA MIYAKO KUSHIRO</a:t>
            </a:r>
          </a:p>
        </p:txBody>
      </p:sp>
      <p:sp>
        <p:nvSpPr>
          <p:cNvPr id="18" name="Cuadro de texto 1">
            <a:extLst>
              <a:ext uri="{FF2B5EF4-FFF2-40B4-BE49-F238E27FC236}">
                <a16:creationId xmlns:a16="http://schemas.microsoft.com/office/drawing/2014/main" id="{A36D9145-4213-DD8B-DBC6-9F68F6B6D741}"/>
              </a:ext>
            </a:extLst>
          </p:cNvPr>
          <p:cNvSpPr txBox="1"/>
          <p:nvPr/>
        </p:nvSpPr>
        <p:spPr>
          <a:xfrm>
            <a:off x="5135001" y="5870777"/>
            <a:ext cx="2098040" cy="531707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none" lIns="121920" tIns="60960" rIns="121920" bIns="6096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50000"/>
              </a:lnSpc>
              <a:spcAft>
                <a:spcPts val="1067"/>
              </a:spcAft>
            </a:pPr>
            <a:r>
              <a:rPr lang="es-EC" b="1" kern="100" dirty="0">
                <a:ln w="6731" cap="flat" cmpd="sng" algn="ctr">
                  <a:solidFill>
                    <a:srgbClr val="7C7C7C"/>
                  </a:solidFill>
                  <a:prstDash val="solid"/>
                  <a:round/>
                </a:ln>
                <a:solidFill>
                  <a:schemeClr val="bg1"/>
                </a:solidFill>
                <a:effectLst>
                  <a:outerShdw dist="38100" dir="2700000" algn="bl">
                    <a:schemeClr val="accent5"/>
                  </a:outerShdw>
                </a:effectLst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PPA 2025 - 2026</a:t>
            </a:r>
            <a:endParaRPr lang="es-EC" sz="1467" b="1" kern="100" dirty="0">
              <a:solidFill>
                <a:schemeClr val="bg1"/>
              </a:solidFill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32E7D11F-ACA8-E2B2-5077-10F692206D83}"/>
              </a:ext>
            </a:extLst>
          </p:cNvPr>
          <p:cNvSpPr txBox="1"/>
          <p:nvPr/>
        </p:nvSpPr>
        <p:spPr>
          <a:xfrm>
            <a:off x="1288314" y="2286135"/>
            <a:ext cx="9791405" cy="2103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C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TÍTULO: </a:t>
            </a:r>
          </a:p>
          <a:p>
            <a:pPr algn="ctr"/>
            <a:r>
              <a:rPr lang="es-419" sz="2667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MODELO CUALITATIVO BASADO EN INTELIGENCIA ARTIFICIAL GENERATIVA PARA EL DISEÑO DE INTERFACES EDUCATIVAS: APLICACIÓN EN LA ENSEÑANZA DE TRIGONOMETRÍA</a:t>
            </a:r>
            <a:endParaRPr lang="es-EC" sz="2667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421F9B15-72AE-FDDB-42DD-08FF118566BE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5361" y="555420"/>
            <a:ext cx="1602316" cy="1202431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6" name="Picture 8" descr="APIs para principiantes: ¿Cómo utilizar una API? Una guía completa |  AppMaster">
            <a:extLst>
              <a:ext uri="{FF2B5EF4-FFF2-40B4-BE49-F238E27FC236}">
                <a16:creationId xmlns:a16="http://schemas.microsoft.com/office/drawing/2014/main" id="{03A98FDE-C51A-AE58-CEA7-5CA5070A4F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552" t="7015" r="12421" b="9190"/>
          <a:stretch/>
        </p:blipFill>
        <p:spPr bwMode="auto">
          <a:xfrm>
            <a:off x="5715000" y="1600200"/>
            <a:ext cx="4221956" cy="26708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418;p38">
            <a:extLst>
              <a:ext uri="{FF2B5EF4-FFF2-40B4-BE49-F238E27FC236}">
                <a16:creationId xmlns:a16="http://schemas.microsoft.com/office/drawing/2014/main" id="{C90A8040-F4DD-8961-2473-103B4D97C559}"/>
              </a:ext>
            </a:extLst>
          </p:cNvPr>
          <p:cNvSpPr txBox="1">
            <a:spLocks/>
          </p:cNvSpPr>
          <p:nvPr/>
        </p:nvSpPr>
        <p:spPr>
          <a:xfrm>
            <a:off x="368594" y="263887"/>
            <a:ext cx="4725583" cy="699387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s-419" sz="3733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INTRODUCCIÓN:</a:t>
            </a:r>
            <a:endParaRPr lang="es-EC" sz="3733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2" descr="Preparando a estudiantes y docentes para un futuro con IA - ProFuturo">
            <a:extLst>
              <a:ext uri="{FF2B5EF4-FFF2-40B4-BE49-F238E27FC236}">
                <a16:creationId xmlns:a16="http://schemas.microsoft.com/office/drawing/2014/main" id="{8847241D-F14F-029F-4A98-7A9287AD54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85" t="1768" r="12883" b="4104"/>
          <a:stretch/>
        </p:blipFill>
        <p:spPr bwMode="auto">
          <a:xfrm>
            <a:off x="5609" y="1295400"/>
            <a:ext cx="5451552" cy="3751860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66784C25-3B55-49C9-B05D-B596C0A00F5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26026" b="80774" l="7500" r="94844">
                        <a14:foregroundMark x1="62500" y1="38804" x2="62500" y2="38804"/>
                        <a14:foregroundMark x1="67031" y1="35991" x2="67031" y2="35991"/>
                        <a14:foregroundMark x1="70469" y1="29543" x2="70469" y2="29543"/>
                        <a14:foregroundMark x1="68906" y1="32825" x2="68906" y2="32825"/>
                        <a14:foregroundMark x1="70000" y1="32474" x2="70000" y2="32474"/>
                        <a14:foregroundMark x1="76797" y1="37163" x2="76797" y2="37163"/>
                        <a14:foregroundMark x1="81953" y1="30012" x2="81953" y2="30012"/>
                        <a14:foregroundMark x1="57656" y1="36108" x2="57656" y2="36108"/>
                        <a14:foregroundMark x1="59688" y1="30012" x2="59688" y2="30012"/>
                        <a14:foregroundMark x1="36406" y1="40328" x2="36406" y2="40328"/>
                        <a14:foregroundMark x1="40781" y1="54045" x2="40781" y2="54045"/>
                        <a14:foregroundMark x1="20469" y1="45838" x2="20469" y2="45838"/>
                        <a14:foregroundMark x1="23984" y1="74560" x2="23984" y2="74560"/>
                        <a14:foregroundMark x1="66328" y1="49004" x2="66328" y2="49004"/>
                        <a14:foregroundMark x1="87813" y1="52638" x2="87813" y2="52638"/>
                        <a14:foregroundMark x1="85156" y1="44666" x2="85156" y2="44666"/>
                        <a14:foregroundMark x1="83047" y1="43962" x2="90547" y2="58265"/>
                        <a14:foregroundMark x1="92813" y1="69871" x2="93750" y2="74912"/>
                        <a14:foregroundMark x1="80234" y1="49590" x2="80234" y2="49590"/>
                        <a14:foregroundMark x1="77578" y1="48066" x2="81328" y2="45135"/>
                        <a14:foregroundMark x1="77031" y1="46190" x2="77031" y2="46190"/>
                        <a14:foregroundMark x1="78516" y1="44783" x2="78516" y2="44783"/>
                        <a14:foregroundMark x1="80391" y1="33880" x2="80391" y2="33880"/>
                        <a14:backgroundMark x1="31406" y1="66706" x2="31406" y2="66706"/>
                      </a14:backgroundRemoval>
                    </a14:imgEffect>
                  </a14:imgLayer>
                </a14:imgProps>
              </a:ext>
            </a:extLst>
          </a:blip>
          <a:srcRect l="7380" t="25506" r="4740" b="18508"/>
          <a:stretch/>
        </p:blipFill>
        <p:spPr>
          <a:xfrm>
            <a:off x="3547786" y="4876800"/>
            <a:ext cx="4334427" cy="18401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1262564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18;p38">
            <a:extLst>
              <a:ext uri="{FF2B5EF4-FFF2-40B4-BE49-F238E27FC236}">
                <a16:creationId xmlns:a16="http://schemas.microsoft.com/office/drawing/2014/main" id="{048E424E-E11A-0A88-85E9-3C013024F87E}"/>
              </a:ext>
            </a:extLst>
          </p:cNvPr>
          <p:cNvSpPr txBox="1">
            <a:spLocks/>
          </p:cNvSpPr>
          <p:nvPr/>
        </p:nvSpPr>
        <p:spPr>
          <a:xfrm>
            <a:off x="1219200" y="304800"/>
            <a:ext cx="8153400" cy="699387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s-419" sz="3733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PROBLEMÁTICA / OBJETIVOS</a:t>
            </a:r>
            <a:endParaRPr lang="es-EC" sz="3733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Google Shape;418;p38">
            <a:extLst>
              <a:ext uri="{FF2B5EF4-FFF2-40B4-BE49-F238E27FC236}">
                <a16:creationId xmlns:a16="http://schemas.microsoft.com/office/drawing/2014/main" id="{C522B47A-6E1A-62C2-2F12-4C494B0DFE4A}"/>
              </a:ext>
            </a:extLst>
          </p:cNvPr>
          <p:cNvSpPr txBox="1">
            <a:spLocks/>
          </p:cNvSpPr>
          <p:nvPr/>
        </p:nvSpPr>
        <p:spPr>
          <a:xfrm>
            <a:off x="5410200" y="169949"/>
            <a:ext cx="4725583" cy="699387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endParaRPr lang="es-EC" sz="3733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15439506-FCE1-6E44-F78E-EC0A5E226FC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41022470"/>
              </p:ext>
            </p:extLst>
          </p:nvPr>
        </p:nvGraphicFramePr>
        <p:xfrm>
          <a:off x="304800" y="762000"/>
          <a:ext cx="11277600" cy="725897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212323173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E98759-C788-E025-8CC1-42F3ABCCC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Google Shape;418;p38">
            <a:extLst>
              <a:ext uri="{FF2B5EF4-FFF2-40B4-BE49-F238E27FC236}">
                <a16:creationId xmlns:a16="http://schemas.microsoft.com/office/drawing/2014/main" id="{295BC765-CCE8-2555-4677-324747A67CCD}"/>
              </a:ext>
            </a:extLst>
          </p:cNvPr>
          <p:cNvSpPr txBox="1">
            <a:spLocks/>
          </p:cNvSpPr>
          <p:nvPr/>
        </p:nvSpPr>
        <p:spPr>
          <a:xfrm>
            <a:off x="236841" y="133183"/>
            <a:ext cx="4725583" cy="699387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s-419" sz="3733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METODOLOGÍA:</a:t>
            </a:r>
            <a:endParaRPr lang="es-EC" sz="3733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" name="Diagrama 1">
            <a:extLst>
              <a:ext uri="{FF2B5EF4-FFF2-40B4-BE49-F238E27FC236}">
                <a16:creationId xmlns:a16="http://schemas.microsoft.com/office/drawing/2014/main" id="{2FCD6E8E-B245-4C30-DB8F-85EBAD4B660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57153428"/>
              </p:ext>
            </p:extLst>
          </p:nvPr>
        </p:nvGraphicFramePr>
        <p:xfrm>
          <a:off x="236841" y="0"/>
          <a:ext cx="11506200" cy="7772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887029594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02130761-8C9B-4140-B0CE-B0244D7DA3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447800"/>
            <a:ext cx="9067800" cy="4070712"/>
          </a:xfrm>
          <a:prstGeom prst="rect">
            <a:avLst/>
          </a:prstGeom>
        </p:spPr>
      </p:pic>
      <p:sp>
        <p:nvSpPr>
          <p:cNvPr id="4" name="Google Shape;418;p38">
            <a:extLst>
              <a:ext uri="{FF2B5EF4-FFF2-40B4-BE49-F238E27FC236}">
                <a16:creationId xmlns:a16="http://schemas.microsoft.com/office/drawing/2014/main" id="{7CEBF9BB-0959-DACF-3682-69FB93B87B24}"/>
              </a:ext>
            </a:extLst>
          </p:cNvPr>
          <p:cNvSpPr txBox="1">
            <a:spLocks/>
          </p:cNvSpPr>
          <p:nvPr/>
        </p:nvSpPr>
        <p:spPr>
          <a:xfrm>
            <a:off x="533400" y="381000"/>
            <a:ext cx="2896783" cy="699387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s-419" sz="3733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FASES:</a:t>
            </a:r>
            <a:endParaRPr lang="es-EC" sz="3733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4292803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8;p38">
            <a:extLst>
              <a:ext uri="{FF2B5EF4-FFF2-40B4-BE49-F238E27FC236}">
                <a16:creationId xmlns:a16="http://schemas.microsoft.com/office/drawing/2014/main" id="{8011786D-892D-4D6C-F65F-E9487A7D584E}"/>
              </a:ext>
            </a:extLst>
          </p:cNvPr>
          <p:cNvSpPr txBox="1">
            <a:spLocks/>
          </p:cNvSpPr>
          <p:nvPr/>
        </p:nvSpPr>
        <p:spPr>
          <a:xfrm>
            <a:off x="236841" y="133183"/>
            <a:ext cx="4725583" cy="699387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s-419" sz="3733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RESULTADO #1:</a:t>
            </a:r>
            <a:endParaRPr lang="es-EC" sz="3733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Gráfico 11">
            <a:extLst>
              <a:ext uri="{FF2B5EF4-FFF2-40B4-BE49-F238E27FC236}">
                <a16:creationId xmlns:a16="http://schemas.microsoft.com/office/drawing/2014/main" id="{46D8C6DE-5BFA-752A-AF62-0821E294E2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25480" y="1066800"/>
            <a:ext cx="2570520" cy="5658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2535706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545FE-60B6-B31C-1B44-1D6279DE8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8;p38">
            <a:extLst>
              <a:ext uri="{FF2B5EF4-FFF2-40B4-BE49-F238E27FC236}">
                <a16:creationId xmlns:a16="http://schemas.microsoft.com/office/drawing/2014/main" id="{79E3FD79-2F88-BDBF-1FC4-A56BE0944ECD}"/>
              </a:ext>
            </a:extLst>
          </p:cNvPr>
          <p:cNvSpPr txBox="1">
            <a:spLocks/>
          </p:cNvSpPr>
          <p:nvPr/>
        </p:nvSpPr>
        <p:spPr>
          <a:xfrm>
            <a:off x="236841" y="133183"/>
            <a:ext cx="4725583" cy="699387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s-419" sz="3733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RESULTADO #1:</a:t>
            </a:r>
            <a:endParaRPr lang="es-EC" sz="3733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8BBB58DE-78C8-015B-18B9-099CFB4CBF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200" y="1371600"/>
            <a:ext cx="6546273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190536"/>
      </p:ext>
    </p:extLst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796E9-56EB-4552-E7E4-9913456DD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>
            <a:extLst>
              <a:ext uri="{FF2B5EF4-FFF2-40B4-BE49-F238E27FC236}">
                <a16:creationId xmlns:a16="http://schemas.microsoft.com/office/drawing/2014/main" id="{2763C08E-8173-13DA-4EBF-0EFFBCCECB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0" y="3342178"/>
            <a:ext cx="7597878" cy="3367088"/>
          </a:xfrm>
          <a:prstGeom prst="rect">
            <a:avLst/>
          </a:prstGeom>
        </p:spPr>
      </p:pic>
      <p:sp>
        <p:nvSpPr>
          <p:cNvPr id="2" name="Google Shape;418;p38">
            <a:extLst>
              <a:ext uri="{FF2B5EF4-FFF2-40B4-BE49-F238E27FC236}">
                <a16:creationId xmlns:a16="http://schemas.microsoft.com/office/drawing/2014/main" id="{7742539D-626B-C5CB-45D6-3000C9DAF304}"/>
              </a:ext>
            </a:extLst>
          </p:cNvPr>
          <p:cNvSpPr txBox="1">
            <a:spLocks/>
          </p:cNvSpPr>
          <p:nvPr/>
        </p:nvSpPr>
        <p:spPr>
          <a:xfrm>
            <a:off x="236841" y="133183"/>
            <a:ext cx="4725583" cy="699387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s-419" sz="3733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RESULTADO #2:</a:t>
            </a:r>
            <a:endParaRPr lang="es-EC" sz="3733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A50F583B-AE4D-5FA5-0702-DC408C1EB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0" y="1219200"/>
            <a:ext cx="6150155" cy="327660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87FADC97-13EC-6FDC-37C2-A9146212DAC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9545740" y="4495800"/>
            <a:ext cx="1862138" cy="17526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4831A59F-2089-C0B6-46A4-1390E02339D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5486400" y="832570"/>
            <a:ext cx="2800951" cy="2371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771121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7AB37-F7EB-C802-6B9E-BAD3B4A7F6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18;p38">
            <a:extLst>
              <a:ext uri="{FF2B5EF4-FFF2-40B4-BE49-F238E27FC236}">
                <a16:creationId xmlns:a16="http://schemas.microsoft.com/office/drawing/2014/main" id="{D53571D6-E252-C93E-B8AE-6384FBC16DB9}"/>
              </a:ext>
            </a:extLst>
          </p:cNvPr>
          <p:cNvSpPr txBox="1">
            <a:spLocks/>
          </p:cNvSpPr>
          <p:nvPr/>
        </p:nvSpPr>
        <p:spPr>
          <a:xfrm>
            <a:off x="236841" y="133183"/>
            <a:ext cx="4725583" cy="699387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s-419" sz="3733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RESULTADO #2:</a:t>
            </a:r>
            <a:endParaRPr lang="es-EC" sz="3733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7973B85-F1B4-CF39-EBFF-7CB6C8F8DF3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" r="44728"/>
          <a:stretch>
            <a:fillRect/>
          </a:stretch>
        </p:blipFill>
        <p:spPr>
          <a:xfrm>
            <a:off x="206362" y="1752600"/>
            <a:ext cx="5555478" cy="4651138"/>
          </a:xfrm>
          <a:prstGeom prst="rect">
            <a:avLst/>
          </a:prstGeom>
        </p:spPr>
      </p:pic>
      <p:pic>
        <p:nvPicPr>
          <p:cNvPr id="27" name="Imagen 26">
            <a:extLst>
              <a:ext uri="{FF2B5EF4-FFF2-40B4-BE49-F238E27FC236}">
                <a16:creationId xmlns:a16="http://schemas.microsoft.com/office/drawing/2014/main" id="{4D7A24EB-29A4-5E41-C0F4-5907C8D8B7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51746" y="3797181"/>
            <a:ext cx="3219450" cy="561975"/>
          </a:xfrm>
          <a:prstGeom prst="rect">
            <a:avLst/>
          </a:prstGeom>
        </p:spPr>
      </p:pic>
      <p:pic>
        <p:nvPicPr>
          <p:cNvPr id="20" name="Imagen 19">
            <a:extLst>
              <a:ext uri="{FF2B5EF4-FFF2-40B4-BE49-F238E27FC236}">
                <a16:creationId xmlns:a16="http://schemas.microsoft.com/office/drawing/2014/main" id="{4C9E82BE-47ED-2032-4768-41A818671C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1839" y="2543474"/>
            <a:ext cx="5994291" cy="2530737"/>
          </a:xfrm>
          <a:prstGeom prst="rect">
            <a:avLst/>
          </a:prstGeom>
        </p:spPr>
      </p:pic>
      <p:sp>
        <p:nvSpPr>
          <p:cNvPr id="21" name="CuadroTexto 20">
            <a:extLst>
              <a:ext uri="{FF2B5EF4-FFF2-40B4-BE49-F238E27FC236}">
                <a16:creationId xmlns:a16="http://schemas.microsoft.com/office/drawing/2014/main" id="{B82F96F5-1111-43C6-6734-9FA0D5665D35}"/>
              </a:ext>
            </a:extLst>
          </p:cNvPr>
          <p:cNvSpPr txBox="1"/>
          <p:nvPr/>
        </p:nvSpPr>
        <p:spPr>
          <a:xfrm>
            <a:off x="1025284" y="1772453"/>
            <a:ext cx="3986941" cy="634341"/>
          </a:xfrm>
          <a:prstGeom prst="rect">
            <a:avLst/>
          </a:prstGeom>
          <a:noFill/>
          <a:ln>
            <a:solidFill>
              <a:srgbClr val="00B050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spcAft>
                <a:spcPts val="1067"/>
              </a:spcAft>
            </a:pPr>
            <a:r>
              <a:rPr lang="es-419" sz="2667" b="1" kern="100" dirty="0">
                <a:solidFill>
                  <a:srgbClr val="000000"/>
                </a:solidFill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Introducción</a:t>
            </a:r>
            <a:endParaRPr lang="es-EC" sz="2667" b="1" kern="100" dirty="0">
              <a:solidFill>
                <a:srgbClr val="000000"/>
              </a:solidFill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C03DF735-CF1C-D250-1578-0D59FC4F833D}"/>
              </a:ext>
            </a:extLst>
          </p:cNvPr>
          <p:cNvSpPr txBox="1"/>
          <p:nvPr/>
        </p:nvSpPr>
        <p:spPr>
          <a:xfrm>
            <a:off x="1025284" y="2771361"/>
            <a:ext cx="3986941" cy="634341"/>
          </a:xfrm>
          <a:prstGeom prst="rect">
            <a:avLst/>
          </a:prstGeom>
          <a:noFill/>
          <a:ln>
            <a:solidFill>
              <a:srgbClr val="00B050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spcAft>
                <a:spcPts val="1067"/>
              </a:spcAft>
            </a:pPr>
            <a:r>
              <a:rPr lang="es-419" sz="2667" b="1" kern="100" dirty="0">
                <a:solidFill>
                  <a:srgbClr val="000000"/>
                </a:solidFill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Conceptos Clave</a:t>
            </a:r>
            <a:endParaRPr lang="es-EC" sz="2667" b="1" kern="100" dirty="0">
              <a:solidFill>
                <a:srgbClr val="000000"/>
              </a:solidFill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CF0C584C-2DE1-B2C5-083A-4727231BD453}"/>
              </a:ext>
            </a:extLst>
          </p:cNvPr>
          <p:cNvSpPr txBox="1"/>
          <p:nvPr/>
        </p:nvSpPr>
        <p:spPr>
          <a:xfrm>
            <a:off x="1025284" y="5768085"/>
            <a:ext cx="3986941" cy="634341"/>
          </a:xfrm>
          <a:prstGeom prst="rect">
            <a:avLst/>
          </a:prstGeom>
          <a:noFill/>
          <a:ln>
            <a:solidFill>
              <a:srgbClr val="00B050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spcAft>
                <a:spcPts val="1067"/>
              </a:spcAft>
            </a:pPr>
            <a:r>
              <a:rPr lang="es-419" sz="2667" b="1" kern="100" dirty="0">
                <a:solidFill>
                  <a:srgbClr val="000000"/>
                </a:solidFill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Aplicaciones Prácticas</a:t>
            </a:r>
            <a:endParaRPr lang="es-EC" sz="2667" b="1" kern="100" dirty="0">
              <a:solidFill>
                <a:srgbClr val="000000"/>
              </a:solidFill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  <p:sp>
        <p:nvSpPr>
          <p:cNvPr id="24" name="CuadroTexto 23">
            <a:extLst>
              <a:ext uri="{FF2B5EF4-FFF2-40B4-BE49-F238E27FC236}">
                <a16:creationId xmlns:a16="http://schemas.microsoft.com/office/drawing/2014/main" id="{C81A19C5-9002-5DAA-8DAA-5629E6625D6D}"/>
              </a:ext>
            </a:extLst>
          </p:cNvPr>
          <p:cNvSpPr txBox="1"/>
          <p:nvPr/>
        </p:nvSpPr>
        <p:spPr>
          <a:xfrm>
            <a:off x="1025284" y="4769177"/>
            <a:ext cx="3986941" cy="634341"/>
          </a:xfrm>
          <a:prstGeom prst="rect">
            <a:avLst/>
          </a:prstGeom>
          <a:noFill/>
          <a:ln>
            <a:solidFill>
              <a:srgbClr val="00B050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spcAft>
                <a:spcPts val="1067"/>
              </a:spcAft>
            </a:pPr>
            <a:r>
              <a:rPr lang="es-419" sz="2667" b="1" kern="100" dirty="0">
                <a:solidFill>
                  <a:srgbClr val="000000"/>
                </a:solidFill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Ejemplo Resuelto</a:t>
            </a:r>
          </a:p>
        </p:txBody>
      </p:sp>
      <p:sp>
        <p:nvSpPr>
          <p:cNvPr id="25" name="CuadroTexto 24">
            <a:extLst>
              <a:ext uri="{FF2B5EF4-FFF2-40B4-BE49-F238E27FC236}">
                <a16:creationId xmlns:a16="http://schemas.microsoft.com/office/drawing/2014/main" id="{3CFDF74C-E1C3-33CB-D4D6-22E95B9FEACE}"/>
              </a:ext>
            </a:extLst>
          </p:cNvPr>
          <p:cNvSpPr txBox="1"/>
          <p:nvPr/>
        </p:nvSpPr>
        <p:spPr>
          <a:xfrm>
            <a:off x="1025284" y="3770269"/>
            <a:ext cx="3986941" cy="634341"/>
          </a:xfrm>
          <a:prstGeom prst="rect">
            <a:avLst/>
          </a:prstGeom>
          <a:noFill/>
          <a:ln>
            <a:solidFill>
              <a:srgbClr val="00B050"/>
            </a:solidFill>
          </a:ln>
          <a:scene3d>
            <a:camera prst="orthographicFront"/>
            <a:lightRig rig="threePt" dir="t"/>
          </a:scene3d>
          <a:sp3d>
            <a:bevelT/>
          </a:sp3d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  <a:spcAft>
                <a:spcPts val="1067"/>
              </a:spcAft>
            </a:pPr>
            <a:r>
              <a:rPr lang="es-419" sz="2667" b="1" kern="100" dirty="0">
                <a:solidFill>
                  <a:srgbClr val="000000"/>
                </a:solidFill>
                <a:latin typeface="Times New Roman" panose="02020603050405020304" pitchFamily="18" charset="0"/>
                <a:ea typeface="Aptos" panose="020B0004020202020204" pitchFamily="34" charset="0"/>
                <a:cs typeface="Times New Roman" panose="02020603050405020304" pitchFamily="18" charset="0"/>
              </a:rPr>
              <a:t>Fórmulas Importantes</a:t>
            </a:r>
            <a:endParaRPr lang="es-EC" sz="2667" b="1" kern="100" dirty="0">
              <a:solidFill>
                <a:srgbClr val="000000"/>
              </a:solidFill>
              <a:latin typeface="Times New Roman" panose="02020603050405020304" pitchFamily="18" charset="0"/>
              <a:ea typeface="Aptos" panose="020B000402020202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0502439"/>
      </p:ext>
    </p:extLst>
  </p:cSld>
  <p:clrMapOvr>
    <a:masterClrMapping/>
  </p:clrMapOvr>
  <p:transition spd="slow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8DDCB-17BF-3266-21E0-C4E539803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18;p38">
            <a:extLst>
              <a:ext uri="{FF2B5EF4-FFF2-40B4-BE49-F238E27FC236}">
                <a16:creationId xmlns:a16="http://schemas.microsoft.com/office/drawing/2014/main" id="{7AC36639-22A9-7D9D-EAD6-54DAA3449670}"/>
              </a:ext>
            </a:extLst>
          </p:cNvPr>
          <p:cNvSpPr txBox="1">
            <a:spLocks/>
          </p:cNvSpPr>
          <p:nvPr/>
        </p:nvSpPr>
        <p:spPr>
          <a:xfrm>
            <a:off x="236841" y="133183"/>
            <a:ext cx="4725583" cy="699387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s-419" sz="3733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RESULTADO #2:</a:t>
            </a:r>
            <a:endParaRPr lang="es-EC" sz="3733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2F4E2BFE-5B47-FA10-8CFF-4F1929551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637" y="1247900"/>
            <a:ext cx="9516759" cy="5476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4981254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BE422-172C-18EC-7C29-5CD0EF6F8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4604202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216</TotalTime>
  <Words>130</Words>
  <Application>Microsoft Office PowerPoint</Application>
  <PresentationFormat>Panorámica</PresentationFormat>
  <Paragraphs>37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4" baseType="lpstr">
      <vt:lpstr>Times New Roman</vt:lpstr>
      <vt:lpstr>Verdana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TÉCNICAS DE SOFT COMPUTING PARA DETERMINAR TIEMPO DE TITULACIÓN Y RETENCIÓN ESTUDIANTIL</dc:title>
  <dc:creator>Edison Cáceres</dc:creator>
  <cp:lastModifiedBy>KELLY MELISSA ZARSOZA VERA</cp:lastModifiedBy>
  <cp:revision>6</cp:revision>
  <dcterms:created xsi:type="dcterms:W3CDTF">2025-08-08T01:16:58Z</dcterms:created>
  <dcterms:modified xsi:type="dcterms:W3CDTF">2025-09-16T01:23:21Z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2024-02-23T00:00:00Z</vt:filetime>
  </property>
  <property fmtid="{D5CDD505-2E9C-101B-9397-08002B2CF9AE}" pid="3" name="Creator">
    <vt:lpwstr>Microsoft® PowerPoint® para Microsoft 365</vt:lpwstr>
  </property>
  <property fmtid="{D5CDD505-2E9C-101B-9397-08002B2CF9AE}" pid="4" name="LastSaved">
    <vt:filetime>2025-08-08T00:00:00Z</vt:filetime>
  </property>
  <property fmtid="{D5CDD505-2E9C-101B-9397-08002B2CF9AE}" pid="5" name="Producer">
    <vt:lpwstr>Microsoft® PowerPoint® para Microsoft 365</vt:lpwstr>
  </property>
</Properties>
</file>