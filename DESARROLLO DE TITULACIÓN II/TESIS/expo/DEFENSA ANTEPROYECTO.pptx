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69" r:id="rId2"/>
    <p:sldId id="257" r:id="rId3"/>
    <p:sldId id="262" r:id="rId4"/>
    <p:sldId id="261" r:id="rId5"/>
    <p:sldId id="278" r:id="rId6"/>
    <p:sldId id="275" r:id="rId7"/>
    <p:sldId id="277" r:id="rId8"/>
    <p:sldId id="270" r:id="rId9"/>
    <p:sldId id="273" r:id="rId10"/>
    <p:sldId id="274" r:id="rId11"/>
    <p:sldId id="272" r:id="rId12"/>
    <p:sldId id="279" r:id="rId13"/>
    <p:sldId id="280" r:id="rId14"/>
    <p:sldId id="281" r:id="rId15"/>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82" d="100"/>
          <a:sy n="82" d="100"/>
        </p:scale>
        <p:origin x="691"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diagrams/_rels/drawing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D441CAD-EE1B-4915-9DE1-E7D1E7ABFA60}" type="doc">
      <dgm:prSet loTypeId="urn:microsoft.com/office/officeart/2008/layout/CaptionedPictures" loCatId="picture" qsTypeId="urn:microsoft.com/office/officeart/2005/8/quickstyle/simple3" qsCatId="simple" csTypeId="urn:microsoft.com/office/officeart/2005/8/colors/colorful4" csCatId="colorful" phldr="1"/>
      <dgm:spPr/>
      <dgm:t>
        <a:bodyPr/>
        <a:lstStyle/>
        <a:p>
          <a:endParaRPr lang="es-419"/>
        </a:p>
      </dgm:t>
    </dgm:pt>
    <dgm:pt modelId="{8D6D834E-14FD-4418-BE22-874D34B1EF93}">
      <dgm:prSet phldrT="[Texto]"/>
      <dgm:spPr/>
      <dgm:t>
        <a:bodyPr/>
        <a:lstStyle/>
        <a:p>
          <a:r>
            <a:rPr lang="es-419" b="1" dirty="0">
              <a:latin typeface="Times New Roman" panose="02020603050405020304" pitchFamily="18" charset="0"/>
              <a:ea typeface="Aptos" panose="020B0004020202020204" pitchFamily="34" charset="0"/>
              <a:cs typeface="Times New Roman" panose="02020603050405020304" pitchFamily="18" charset="0"/>
            </a:rPr>
            <a:t>Esbozar un modelo…. </a:t>
          </a:r>
          <a:endParaRPr lang="es-419" dirty="0"/>
        </a:p>
      </dgm:t>
    </dgm:pt>
    <dgm:pt modelId="{89C9E7AF-0979-4264-9560-65BD81081A2D}" type="parTrans" cxnId="{14DE1F90-4B3E-4C80-878F-735C21A0C2B2}">
      <dgm:prSet/>
      <dgm:spPr/>
      <dgm:t>
        <a:bodyPr/>
        <a:lstStyle/>
        <a:p>
          <a:endParaRPr lang="es-419"/>
        </a:p>
      </dgm:t>
    </dgm:pt>
    <dgm:pt modelId="{988F0333-3F78-4CCA-9EFB-6BFA4171AD33}" type="sibTrans" cxnId="{14DE1F90-4B3E-4C80-878F-735C21A0C2B2}">
      <dgm:prSet/>
      <dgm:spPr/>
      <dgm:t>
        <a:bodyPr/>
        <a:lstStyle/>
        <a:p>
          <a:endParaRPr lang="es-419"/>
        </a:p>
      </dgm:t>
    </dgm:pt>
    <dgm:pt modelId="{AB8591B9-4CFA-4283-B617-8670195F0FCC}">
      <dgm:prSet phldrT="[Texto]"/>
      <dgm:spPr/>
      <dgm:t>
        <a:bodyPr/>
        <a:lstStyle/>
        <a:p>
          <a:endParaRPr lang="es-419" dirty="0"/>
        </a:p>
      </dgm:t>
    </dgm:pt>
    <dgm:pt modelId="{174B0A88-BA09-40ED-AC7D-4AEF54FA3CA9}" type="parTrans" cxnId="{5A7DA525-8DCD-4044-B841-2A588D113E64}">
      <dgm:prSet/>
      <dgm:spPr/>
      <dgm:t>
        <a:bodyPr/>
        <a:lstStyle/>
        <a:p>
          <a:endParaRPr lang="es-419"/>
        </a:p>
      </dgm:t>
    </dgm:pt>
    <dgm:pt modelId="{8F0EC413-1EAC-4988-A600-01FAD8160774}" type="sibTrans" cxnId="{5A7DA525-8DCD-4044-B841-2A588D113E64}">
      <dgm:prSet/>
      <dgm:spPr/>
      <dgm:t>
        <a:bodyPr/>
        <a:lstStyle/>
        <a:p>
          <a:endParaRPr lang="es-419"/>
        </a:p>
      </dgm:t>
    </dgm:pt>
    <dgm:pt modelId="{88E2C7CF-24D6-49C9-A44D-D97015A905DC}">
      <dgm:prSet phldrT="[Texto]"/>
      <dgm:spPr/>
      <dgm:t>
        <a:bodyPr/>
        <a:lstStyle/>
        <a:p>
          <a:r>
            <a:rPr lang="es-419" b="1" dirty="0">
              <a:latin typeface="Times New Roman" panose="02020603050405020304" pitchFamily="18" charset="0"/>
              <a:ea typeface="Aptos" panose="020B0004020202020204" pitchFamily="34" charset="0"/>
              <a:cs typeface="Times New Roman" panose="02020603050405020304" pitchFamily="18" charset="0"/>
            </a:rPr>
            <a:t>Determinar la usabilidad…</a:t>
          </a:r>
          <a:endParaRPr lang="es-419" dirty="0"/>
        </a:p>
      </dgm:t>
    </dgm:pt>
    <dgm:pt modelId="{5498A48E-2F76-4CE9-B4E3-5B025905A9B6}" type="parTrans" cxnId="{64422071-9222-4650-A63F-584839BD9851}">
      <dgm:prSet/>
      <dgm:spPr/>
      <dgm:t>
        <a:bodyPr/>
        <a:lstStyle/>
        <a:p>
          <a:endParaRPr lang="es-419"/>
        </a:p>
      </dgm:t>
    </dgm:pt>
    <dgm:pt modelId="{47FD334C-699F-4D15-9F82-91250042AF84}" type="sibTrans" cxnId="{64422071-9222-4650-A63F-584839BD9851}">
      <dgm:prSet/>
      <dgm:spPr/>
      <dgm:t>
        <a:bodyPr/>
        <a:lstStyle/>
        <a:p>
          <a:endParaRPr lang="es-419"/>
        </a:p>
      </dgm:t>
    </dgm:pt>
    <dgm:pt modelId="{2EEA7EB0-817B-4676-BB81-7DA0A41B995A}">
      <dgm:prSet phldrT="[Texto]"/>
      <dgm:spPr/>
      <dgm:t>
        <a:bodyPr/>
        <a:lstStyle/>
        <a:p>
          <a:r>
            <a:rPr lang="es-419" b="1" dirty="0">
              <a:latin typeface="Times New Roman" panose="02020603050405020304" pitchFamily="18" charset="0"/>
              <a:ea typeface="Aptos" panose="020B0004020202020204" pitchFamily="34" charset="0"/>
              <a:cs typeface="Times New Roman" panose="02020603050405020304" pitchFamily="18" charset="0"/>
            </a:rPr>
            <a:t> </a:t>
          </a:r>
          <a:endParaRPr lang="es-419" dirty="0"/>
        </a:p>
      </dgm:t>
    </dgm:pt>
    <dgm:pt modelId="{3DD5C135-72F0-4C8A-B8E4-23E091A2210C}" type="parTrans" cxnId="{E1F40A18-1AEF-4D29-B65A-9DF55112038E}">
      <dgm:prSet/>
      <dgm:spPr/>
      <dgm:t>
        <a:bodyPr/>
        <a:lstStyle/>
        <a:p>
          <a:endParaRPr lang="es-419"/>
        </a:p>
      </dgm:t>
    </dgm:pt>
    <dgm:pt modelId="{12ADABB4-B184-4B34-8566-0DD763788F10}" type="sibTrans" cxnId="{E1F40A18-1AEF-4D29-B65A-9DF55112038E}">
      <dgm:prSet/>
      <dgm:spPr/>
      <dgm:t>
        <a:bodyPr/>
        <a:lstStyle/>
        <a:p>
          <a:endParaRPr lang="es-419"/>
        </a:p>
      </dgm:t>
    </dgm:pt>
    <dgm:pt modelId="{7E7558A5-E4FE-4222-9557-799460FFB6E8}">
      <dgm:prSet phldrT="[Texto]"/>
      <dgm:spPr/>
      <dgm:t>
        <a:bodyPr/>
        <a:lstStyle/>
        <a:p>
          <a:endParaRPr lang="es-419" dirty="0"/>
        </a:p>
      </dgm:t>
    </dgm:pt>
    <dgm:pt modelId="{6D5B6F90-2FCC-47C5-B15B-10248FE0DC4A}" type="sibTrans" cxnId="{08560A9B-A170-4F62-89B9-A5EAD055D328}">
      <dgm:prSet/>
      <dgm:spPr/>
      <dgm:t>
        <a:bodyPr/>
        <a:lstStyle/>
        <a:p>
          <a:endParaRPr lang="es-419"/>
        </a:p>
      </dgm:t>
    </dgm:pt>
    <dgm:pt modelId="{9DEF21DC-EC6C-40C6-BA7A-B1625930505F}" type="parTrans" cxnId="{08560A9B-A170-4F62-89B9-A5EAD055D328}">
      <dgm:prSet/>
      <dgm:spPr/>
      <dgm:t>
        <a:bodyPr/>
        <a:lstStyle/>
        <a:p>
          <a:endParaRPr lang="es-419"/>
        </a:p>
      </dgm:t>
    </dgm:pt>
    <dgm:pt modelId="{61C147BE-11F8-4F5C-9E8F-0A7BEBAFCCF3}">
      <dgm:prSet phldrT="[Texto]"/>
      <dgm:spPr/>
      <dgm:t>
        <a:bodyPr/>
        <a:lstStyle/>
        <a:p>
          <a:r>
            <a:rPr lang="es-419" b="1" dirty="0">
              <a:latin typeface="Times New Roman" panose="02020603050405020304" pitchFamily="18" charset="0"/>
              <a:ea typeface="Aptos" panose="020B0004020202020204" pitchFamily="34" charset="0"/>
              <a:cs typeface="Times New Roman" panose="02020603050405020304" pitchFamily="18" charset="0"/>
            </a:rPr>
            <a:t>Diseñar una aplicación web…</a:t>
          </a:r>
          <a:endParaRPr lang="es-419" dirty="0"/>
        </a:p>
      </dgm:t>
    </dgm:pt>
    <dgm:pt modelId="{3DD8DCCE-4540-460C-BA8F-6C1DC991F6F1}" type="parTrans" cxnId="{EE3F3D91-EC73-4B52-9E22-88B25E2C0BC3}">
      <dgm:prSet/>
      <dgm:spPr/>
      <dgm:t>
        <a:bodyPr/>
        <a:lstStyle/>
        <a:p>
          <a:endParaRPr lang="es-419"/>
        </a:p>
      </dgm:t>
    </dgm:pt>
    <dgm:pt modelId="{A1BFA471-B4FA-4263-A716-5C431AE681B3}" type="sibTrans" cxnId="{EE3F3D91-EC73-4B52-9E22-88B25E2C0BC3}">
      <dgm:prSet/>
      <dgm:spPr/>
      <dgm:t>
        <a:bodyPr/>
        <a:lstStyle/>
        <a:p>
          <a:endParaRPr lang="es-419"/>
        </a:p>
      </dgm:t>
    </dgm:pt>
    <dgm:pt modelId="{69014C87-3A66-4072-A4C6-5C5C681014F4}" type="pres">
      <dgm:prSet presAssocID="{8D441CAD-EE1B-4915-9DE1-E7D1E7ABFA60}" presName="Name0" presStyleCnt="0">
        <dgm:presLayoutVars>
          <dgm:chMax/>
          <dgm:chPref/>
          <dgm:dir/>
        </dgm:presLayoutVars>
      </dgm:prSet>
      <dgm:spPr/>
    </dgm:pt>
    <dgm:pt modelId="{D5600B47-2E2D-436E-BA42-86C510300967}" type="pres">
      <dgm:prSet presAssocID="{2EEA7EB0-817B-4676-BB81-7DA0A41B995A}" presName="composite" presStyleCnt="0">
        <dgm:presLayoutVars>
          <dgm:chMax val="1"/>
          <dgm:chPref val="1"/>
        </dgm:presLayoutVars>
      </dgm:prSet>
      <dgm:spPr/>
    </dgm:pt>
    <dgm:pt modelId="{743A36EC-2EBC-48A0-B530-DBE8D05B42EA}" type="pres">
      <dgm:prSet presAssocID="{2EEA7EB0-817B-4676-BB81-7DA0A41B995A}" presName="Accent" presStyleLbl="trAlignAcc1" presStyleIdx="0" presStyleCnt="3">
        <dgm:presLayoutVars>
          <dgm:chMax val="0"/>
          <dgm:chPref val="0"/>
        </dgm:presLayoutVars>
      </dgm:prSet>
      <dgm:spPr/>
    </dgm:pt>
    <dgm:pt modelId="{3813A709-4597-4AF3-BDD6-B5034D195CA8}" type="pres">
      <dgm:prSet presAssocID="{2EEA7EB0-817B-4676-BB81-7DA0A41B995A}" presName="Image" presStyleLbl="alignImgPlace1" presStyleIdx="0" presStyleCnt="3">
        <dgm:presLayoutVars>
          <dgm:chMax val="0"/>
          <dgm:chPref val="0"/>
        </dgm:presLayoutVars>
      </dgm:prSet>
      <dgm:spPr>
        <a:blipFill>
          <a:blip xmlns:r="http://schemas.openxmlformats.org/officeDocument/2006/relationships" r:embed="rId1"/>
          <a:srcRect/>
          <a:stretch>
            <a:fillRect t="-23000" b="-23000"/>
          </a:stretch>
        </a:blipFill>
      </dgm:spPr>
    </dgm:pt>
    <dgm:pt modelId="{C39164D6-EC12-4CFA-B514-95096B608206}" type="pres">
      <dgm:prSet presAssocID="{2EEA7EB0-817B-4676-BB81-7DA0A41B995A}" presName="ChildComposite" presStyleCnt="0"/>
      <dgm:spPr/>
    </dgm:pt>
    <dgm:pt modelId="{E506E014-8F30-4F85-B31C-00C01004188E}" type="pres">
      <dgm:prSet presAssocID="{2EEA7EB0-817B-4676-BB81-7DA0A41B995A}" presName="Child" presStyleLbl="node1" presStyleIdx="0" presStyleCnt="3">
        <dgm:presLayoutVars>
          <dgm:chMax val="0"/>
          <dgm:chPref val="0"/>
          <dgm:bulletEnabled val="1"/>
        </dgm:presLayoutVars>
      </dgm:prSet>
      <dgm:spPr/>
    </dgm:pt>
    <dgm:pt modelId="{79DBAB17-08E3-4471-B024-C1FE01D5D4F9}" type="pres">
      <dgm:prSet presAssocID="{2EEA7EB0-817B-4676-BB81-7DA0A41B995A}" presName="Parent" presStyleLbl="revTx" presStyleIdx="0" presStyleCnt="3">
        <dgm:presLayoutVars>
          <dgm:chMax val="1"/>
          <dgm:chPref val="0"/>
          <dgm:bulletEnabled val="1"/>
        </dgm:presLayoutVars>
      </dgm:prSet>
      <dgm:spPr/>
    </dgm:pt>
    <dgm:pt modelId="{6A66423E-EB50-4825-8421-070A5F3C36F6}" type="pres">
      <dgm:prSet presAssocID="{12ADABB4-B184-4B34-8566-0DD763788F10}" presName="sibTrans" presStyleCnt="0"/>
      <dgm:spPr/>
    </dgm:pt>
    <dgm:pt modelId="{0B04A9C5-77D4-4489-9DD5-66767FF4A5A5}" type="pres">
      <dgm:prSet presAssocID="{7E7558A5-E4FE-4222-9557-799460FFB6E8}" presName="composite" presStyleCnt="0">
        <dgm:presLayoutVars>
          <dgm:chMax val="1"/>
          <dgm:chPref val="1"/>
        </dgm:presLayoutVars>
      </dgm:prSet>
      <dgm:spPr/>
    </dgm:pt>
    <dgm:pt modelId="{138343C9-153C-4215-8CBE-669965422179}" type="pres">
      <dgm:prSet presAssocID="{7E7558A5-E4FE-4222-9557-799460FFB6E8}" presName="Accent" presStyleLbl="trAlignAcc1" presStyleIdx="1" presStyleCnt="3">
        <dgm:presLayoutVars>
          <dgm:chMax val="0"/>
          <dgm:chPref val="0"/>
        </dgm:presLayoutVars>
      </dgm:prSet>
      <dgm:spPr/>
    </dgm:pt>
    <dgm:pt modelId="{638EF239-D0D5-4AEE-B9B0-389AF46D2613}" type="pres">
      <dgm:prSet presAssocID="{7E7558A5-E4FE-4222-9557-799460FFB6E8}" presName="Image" presStyleLbl="alignImgPlace1" presStyleIdx="1" presStyleCnt="3">
        <dgm:presLayoutVars>
          <dgm:chMax val="0"/>
          <dgm:chPref val="0"/>
        </dgm:presLayoutVars>
      </dgm:prSet>
      <dgm:spPr>
        <a:blipFill>
          <a:blip xmlns:r="http://schemas.openxmlformats.org/officeDocument/2006/relationships" r:embed="rId2"/>
          <a:srcRect/>
          <a:stretch>
            <a:fillRect t="-9000" b="-9000"/>
          </a:stretch>
        </a:blipFill>
      </dgm:spPr>
    </dgm:pt>
    <dgm:pt modelId="{4573E2B5-1CEE-454B-91D0-75AF4F6B785E}" type="pres">
      <dgm:prSet presAssocID="{7E7558A5-E4FE-4222-9557-799460FFB6E8}" presName="ChildComposite" presStyleCnt="0"/>
      <dgm:spPr/>
    </dgm:pt>
    <dgm:pt modelId="{EF4187A5-3BC6-4C31-BD49-BD300DD9C3A3}" type="pres">
      <dgm:prSet presAssocID="{7E7558A5-E4FE-4222-9557-799460FFB6E8}" presName="Child" presStyleLbl="node1" presStyleIdx="1" presStyleCnt="3">
        <dgm:presLayoutVars>
          <dgm:chMax val="0"/>
          <dgm:chPref val="0"/>
          <dgm:bulletEnabled val="1"/>
        </dgm:presLayoutVars>
      </dgm:prSet>
      <dgm:spPr/>
    </dgm:pt>
    <dgm:pt modelId="{C9BF6793-5EF5-4681-B60D-C670B19992C3}" type="pres">
      <dgm:prSet presAssocID="{7E7558A5-E4FE-4222-9557-799460FFB6E8}" presName="Parent" presStyleLbl="revTx" presStyleIdx="1" presStyleCnt="3">
        <dgm:presLayoutVars>
          <dgm:chMax val="1"/>
          <dgm:chPref val="0"/>
          <dgm:bulletEnabled val="1"/>
        </dgm:presLayoutVars>
      </dgm:prSet>
      <dgm:spPr/>
    </dgm:pt>
    <dgm:pt modelId="{7E191C38-9C77-4396-AC56-2B74B9D4BF53}" type="pres">
      <dgm:prSet presAssocID="{6D5B6F90-2FCC-47C5-B15B-10248FE0DC4A}" presName="sibTrans" presStyleCnt="0"/>
      <dgm:spPr/>
    </dgm:pt>
    <dgm:pt modelId="{C4003496-8141-4B3A-8849-EBD42C3DD926}" type="pres">
      <dgm:prSet presAssocID="{AB8591B9-4CFA-4283-B617-8670195F0FCC}" presName="composite" presStyleCnt="0">
        <dgm:presLayoutVars>
          <dgm:chMax val="1"/>
          <dgm:chPref val="1"/>
        </dgm:presLayoutVars>
      </dgm:prSet>
      <dgm:spPr/>
    </dgm:pt>
    <dgm:pt modelId="{9E572937-C28B-4D48-96D0-40E6CC36BFDC}" type="pres">
      <dgm:prSet presAssocID="{AB8591B9-4CFA-4283-B617-8670195F0FCC}" presName="Accent" presStyleLbl="trAlignAcc1" presStyleIdx="2" presStyleCnt="3">
        <dgm:presLayoutVars>
          <dgm:chMax val="0"/>
          <dgm:chPref val="0"/>
        </dgm:presLayoutVars>
      </dgm:prSet>
      <dgm:spPr/>
    </dgm:pt>
    <dgm:pt modelId="{AC3345A2-FADB-4B38-BD17-51B26D77C3DC}" type="pres">
      <dgm:prSet presAssocID="{AB8591B9-4CFA-4283-B617-8670195F0FCC}" presName="Image" presStyleLbl="alignImgPlace1" presStyleIdx="2" presStyleCnt="3">
        <dgm:presLayoutVars>
          <dgm:chMax val="0"/>
          <dgm:chPref val="0"/>
        </dgm:presLayoutVars>
      </dgm:prSet>
      <dgm:spPr>
        <a:blipFill>
          <a:blip xmlns:r="http://schemas.openxmlformats.org/officeDocument/2006/relationships" r:embed="rId3"/>
          <a:srcRect/>
          <a:stretch>
            <a:fillRect t="-9000" b="-9000"/>
          </a:stretch>
        </a:blipFill>
      </dgm:spPr>
    </dgm:pt>
    <dgm:pt modelId="{FFE43C02-3119-4388-8CA3-6EDFF7A0BDC8}" type="pres">
      <dgm:prSet presAssocID="{AB8591B9-4CFA-4283-B617-8670195F0FCC}" presName="ChildComposite" presStyleCnt="0"/>
      <dgm:spPr/>
    </dgm:pt>
    <dgm:pt modelId="{C7E6ED16-2581-4C17-8CAE-A87BE42F563A}" type="pres">
      <dgm:prSet presAssocID="{AB8591B9-4CFA-4283-B617-8670195F0FCC}" presName="Child" presStyleLbl="node1" presStyleIdx="2" presStyleCnt="3">
        <dgm:presLayoutVars>
          <dgm:chMax val="0"/>
          <dgm:chPref val="0"/>
          <dgm:bulletEnabled val="1"/>
        </dgm:presLayoutVars>
      </dgm:prSet>
      <dgm:spPr/>
    </dgm:pt>
    <dgm:pt modelId="{9BBF4212-A95E-4B75-B8AE-0721B54F06F0}" type="pres">
      <dgm:prSet presAssocID="{AB8591B9-4CFA-4283-B617-8670195F0FCC}" presName="Parent" presStyleLbl="revTx" presStyleIdx="2" presStyleCnt="3">
        <dgm:presLayoutVars>
          <dgm:chMax val="1"/>
          <dgm:chPref val="0"/>
          <dgm:bulletEnabled val="1"/>
        </dgm:presLayoutVars>
      </dgm:prSet>
      <dgm:spPr/>
    </dgm:pt>
  </dgm:ptLst>
  <dgm:cxnLst>
    <dgm:cxn modelId="{696E5201-F1BC-41A6-B1B7-3310DE5325D9}" type="presOf" srcId="{88E2C7CF-24D6-49C9-A44D-D97015A905DC}" destId="{C7E6ED16-2581-4C17-8CAE-A87BE42F563A}" srcOrd="0" destOrd="0" presId="urn:microsoft.com/office/officeart/2008/layout/CaptionedPictures"/>
    <dgm:cxn modelId="{E1F40A18-1AEF-4D29-B65A-9DF55112038E}" srcId="{8D441CAD-EE1B-4915-9DE1-E7D1E7ABFA60}" destId="{2EEA7EB0-817B-4676-BB81-7DA0A41B995A}" srcOrd="0" destOrd="0" parTransId="{3DD5C135-72F0-4C8A-B8E4-23E091A2210C}" sibTransId="{12ADABB4-B184-4B34-8566-0DD763788F10}"/>
    <dgm:cxn modelId="{5A7DA525-8DCD-4044-B841-2A588D113E64}" srcId="{8D441CAD-EE1B-4915-9DE1-E7D1E7ABFA60}" destId="{AB8591B9-4CFA-4283-B617-8670195F0FCC}" srcOrd="2" destOrd="0" parTransId="{174B0A88-BA09-40ED-AC7D-4AEF54FA3CA9}" sibTransId="{8F0EC413-1EAC-4988-A600-01FAD8160774}"/>
    <dgm:cxn modelId="{64422071-9222-4650-A63F-584839BD9851}" srcId="{AB8591B9-4CFA-4283-B617-8670195F0FCC}" destId="{88E2C7CF-24D6-49C9-A44D-D97015A905DC}" srcOrd="0" destOrd="0" parTransId="{5498A48E-2F76-4CE9-B4E3-5B025905A9B6}" sibTransId="{47FD334C-699F-4D15-9F82-91250042AF84}"/>
    <dgm:cxn modelId="{51699051-0860-464A-9126-93702C1B0B55}" type="presOf" srcId="{8D441CAD-EE1B-4915-9DE1-E7D1E7ABFA60}" destId="{69014C87-3A66-4072-A4C6-5C5C681014F4}" srcOrd="0" destOrd="0" presId="urn:microsoft.com/office/officeart/2008/layout/CaptionedPictures"/>
    <dgm:cxn modelId="{EC8D1B7F-032F-4929-831D-835ABF5CA108}" type="presOf" srcId="{2EEA7EB0-817B-4676-BB81-7DA0A41B995A}" destId="{79DBAB17-08E3-4471-B024-C1FE01D5D4F9}" srcOrd="0" destOrd="0" presId="urn:microsoft.com/office/officeart/2008/layout/CaptionedPictures"/>
    <dgm:cxn modelId="{14DE1F90-4B3E-4C80-878F-735C21A0C2B2}" srcId="{2EEA7EB0-817B-4676-BB81-7DA0A41B995A}" destId="{8D6D834E-14FD-4418-BE22-874D34B1EF93}" srcOrd="0" destOrd="0" parTransId="{89C9E7AF-0979-4264-9560-65BD81081A2D}" sibTransId="{988F0333-3F78-4CCA-9EFB-6BFA4171AD33}"/>
    <dgm:cxn modelId="{EE3F3D91-EC73-4B52-9E22-88B25E2C0BC3}" srcId="{7E7558A5-E4FE-4222-9557-799460FFB6E8}" destId="{61C147BE-11F8-4F5C-9E8F-0A7BEBAFCCF3}" srcOrd="0" destOrd="0" parTransId="{3DD8DCCE-4540-460C-BA8F-6C1DC991F6F1}" sibTransId="{A1BFA471-B4FA-4263-A716-5C431AE681B3}"/>
    <dgm:cxn modelId="{23942992-1819-4BDD-B55E-4955C077D219}" type="presOf" srcId="{8D6D834E-14FD-4418-BE22-874D34B1EF93}" destId="{E506E014-8F30-4F85-B31C-00C01004188E}" srcOrd="0" destOrd="0" presId="urn:microsoft.com/office/officeart/2008/layout/CaptionedPictures"/>
    <dgm:cxn modelId="{08560A9B-A170-4F62-89B9-A5EAD055D328}" srcId="{8D441CAD-EE1B-4915-9DE1-E7D1E7ABFA60}" destId="{7E7558A5-E4FE-4222-9557-799460FFB6E8}" srcOrd="1" destOrd="0" parTransId="{9DEF21DC-EC6C-40C6-BA7A-B1625930505F}" sibTransId="{6D5B6F90-2FCC-47C5-B15B-10248FE0DC4A}"/>
    <dgm:cxn modelId="{305770A4-B8EB-4F54-8A2B-B13AF8EAAE31}" type="presOf" srcId="{7E7558A5-E4FE-4222-9557-799460FFB6E8}" destId="{C9BF6793-5EF5-4681-B60D-C670B19992C3}" srcOrd="0" destOrd="0" presId="urn:microsoft.com/office/officeart/2008/layout/CaptionedPictures"/>
    <dgm:cxn modelId="{A9199ED2-885A-470B-9AC5-8FEE175A6DF4}" type="presOf" srcId="{61C147BE-11F8-4F5C-9E8F-0A7BEBAFCCF3}" destId="{EF4187A5-3BC6-4C31-BD49-BD300DD9C3A3}" srcOrd="0" destOrd="0" presId="urn:microsoft.com/office/officeart/2008/layout/CaptionedPictures"/>
    <dgm:cxn modelId="{943E65E5-6A09-45ED-9EE0-1B48E43F17AE}" type="presOf" srcId="{AB8591B9-4CFA-4283-B617-8670195F0FCC}" destId="{9BBF4212-A95E-4B75-B8AE-0721B54F06F0}" srcOrd="0" destOrd="0" presId="urn:microsoft.com/office/officeart/2008/layout/CaptionedPictures"/>
    <dgm:cxn modelId="{8C0AEBED-8C21-4FC2-A3B3-6EC25D9D5D41}" type="presParOf" srcId="{69014C87-3A66-4072-A4C6-5C5C681014F4}" destId="{D5600B47-2E2D-436E-BA42-86C510300967}" srcOrd="0" destOrd="0" presId="urn:microsoft.com/office/officeart/2008/layout/CaptionedPictures"/>
    <dgm:cxn modelId="{BBDA6AE2-E227-4300-8222-F91C020C3199}" type="presParOf" srcId="{D5600B47-2E2D-436E-BA42-86C510300967}" destId="{743A36EC-2EBC-48A0-B530-DBE8D05B42EA}" srcOrd="0" destOrd="0" presId="urn:microsoft.com/office/officeart/2008/layout/CaptionedPictures"/>
    <dgm:cxn modelId="{C2E6E8C7-8EF2-4466-BF5F-6A38C1248EF4}" type="presParOf" srcId="{D5600B47-2E2D-436E-BA42-86C510300967}" destId="{3813A709-4597-4AF3-BDD6-B5034D195CA8}" srcOrd="1" destOrd="0" presId="urn:microsoft.com/office/officeart/2008/layout/CaptionedPictures"/>
    <dgm:cxn modelId="{07D15161-8829-4374-89B3-65E1AF7B85AF}" type="presParOf" srcId="{D5600B47-2E2D-436E-BA42-86C510300967}" destId="{C39164D6-EC12-4CFA-B514-95096B608206}" srcOrd="2" destOrd="0" presId="urn:microsoft.com/office/officeart/2008/layout/CaptionedPictures"/>
    <dgm:cxn modelId="{77D970B0-8A59-402F-8D32-030F4EE7EE90}" type="presParOf" srcId="{C39164D6-EC12-4CFA-B514-95096B608206}" destId="{E506E014-8F30-4F85-B31C-00C01004188E}" srcOrd="0" destOrd="0" presId="urn:microsoft.com/office/officeart/2008/layout/CaptionedPictures"/>
    <dgm:cxn modelId="{8B22EDC4-9D5D-49FB-A236-57D57A4BE688}" type="presParOf" srcId="{C39164D6-EC12-4CFA-B514-95096B608206}" destId="{79DBAB17-08E3-4471-B024-C1FE01D5D4F9}" srcOrd="1" destOrd="0" presId="urn:microsoft.com/office/officeart/2008/layout/CaptionedPictures"/>
    <dgm:cxn modelId="{14A2A521-59EB-4D2F-9CF4-D0BD9D72CE6B}" type="presParOf" srcId="{69014C87-3A66-4072-A4C6-5C5C681014F4}" destId="{6A66423E-EB50-4825-8421-070A5F3C36F6}" srcOrd="1" destOrd="0" presId="urn:microsoft.com/office/officeart/2008/layout/CaptionedPictures"/>
    <dgm:cxn modelId="{B1F0E4E2-46C3-4CCA-B5E6-997EC9055229}" type="presParOf" srcId="{69014C87-3A66-4072-A4C6-5C5C681014F4}" destId="{0B04A9C5-77D4-4489-9DD5-66767FF4A5A5}" srcOrd="2" destOrd="0" presId="urn:microsoft.com/office/officeart/2008/layout/CaptionedPictures"/>
    <dgm:cxn modelId="{15D865A5-2525-41CE-84A4-F1CAE49919BD}" type="presParOf" srcId="{0B04A9C5-77D4-4489-9DD5-66767FF4A5A5}" destId="{138343C9-153C-4215-8CBE-669965422179}" srcOrd="0" destOrd="0" presId="urn:microsoft.com/office/officeart/2008/layout/CaptionedPictures"/>
    <dgm:cxn modelId="{D08005F5-9207-47EC-8A2F-3E04226ACAEC}" type="presParOf" srcId="{0B04A9C5-77D4-4489-9DD5-66767FF4A5A5}" destId="{638EF239-D0D5-4AEE-B9B0-389AF46D2613}" srcOrd="1" destOrd="0" presId="urn:microsoft.com/office/officeart/2008/layout/CaptionedPictures"/>
    <dgm:cxn modelId="{73262A29-06A7-4631-94D7-C33085509CD0}" type="presParOf" srcId="{0B04A9C5-77D4-4489-9DD5-66767FF4A5A5}" destId="{4573E2B5-1CEE-454B-91D0-75AF4F6B785E}" srcOrd="2" destOrd="0" presId="urn:microsoft.com/office/officeart/2008/layout/CaptionedPictures"/>
    <dgm:cxn modelId="{78FA8207-616A-4F82-BB97-651B42F83F6B}" type="presParOf" srcId="{4573E2B5-1CEE-454B-91D0-75AF4F6B785E}" destId="{EF4187A5-3BC6-4C31-BD49-BD300DD9C3A3}" srcOrd="0" destOrd="0" presId="urn:microsoft.com/office/officeart/2008/layout/CaptionedPictures"/>
    <dgm:cxn modelId="{CECF7111-97BE-49A2-9C85-7A842A58BF64}" type="presParOf" srcId="{4573E2B5-1CEE-454B-91D0-75AF4F6B785E}" destId="{C9BF6793-5EF5-4681-B60D-C670B19992C3}" srcOrd="1" destOrd="0" presId="urn:microsoft.com/office/officeart/2008/layout/CaptionedPictures"/>
    <dgm:cxn modelId="{B6007C9F-3B8F-4F67-8C4F-0110A52ED0B8}" type="presParOf" srcId="{69014C87-3A66-4072-A4C6-5C5C681014F4}" destId="{7E191C38-9C77-4396-AC56-2B74B9D4BF53}" srcOrd="3" destOrd="0" presId="urn:microsoft.com/office/officeart/2008/layout/CaptionedPictures"/>
    <dgm:cxn modelId="{8AB617D7-50BA-4C53-8A57-A11376315C3B}" type="presParOf" srcId="{69014C87-3A66-4072-A4C6-5C5C681014F4}" destId="{C4003496-8141-4B3A-8849-EBD42C3DD926}" srcOrd="4" destOrd="0" presId="urn:microsoft.com/office/officeart/2008/layout/CaptionedPictures"/>
    <dgm:cxn modelId="{96F27FD3-9EE5-4466-82DF-4B1401DF31F1}" type="presParOf" srcId="{C4003496-8141-4B3A-8849-EBD42C3DD926}" destId="{9E572937-C28B-4D48-96D0-40E6CC36BFDC}" srcOrd="0" destOrd="0" presId="urn:microsoft.com/office/officeart/2008/layout/CaptionedPictures"/>
    <dgm:cxn modelId="{8009ECD2-F3E1-4414-AF02-CBC2524C3D86}" type="presParOf" srcId="{C4003496-8141-4B3A-8849-EBD42C3DD926}" destId="{AC3345A2-FADB-4B38-BD17-51B26D77C3DC}" srcOrd="1" destOrd="0" presId="urn:microsoft.com/office/officeart/2008/layout/CaptionedPictures"/>
    <dgm:cxn modelId="{472F19FA-4F11-44EF-B292-9E25D79F9117}" type="presParOf" srcId="{C4003496-8141-4B3A-8849-EBD42C3DD926}" destId="{FFE43C02-3119-4388-8CA3-6EDFF7A0BDC8}" srcOrd="2" destOrd="0" presId="urn:microsoft.com/office/officeart/2008/layout/CaptionedPictures"/>
    <dgm:cxn modelId="{C547904B-E122-47A6-BE71-FC09FEDEDD11}" type="presParOf" srcId="{FFE43C02-3119-4388-8CA3-6EDFF7A0BDC8}" destId="{C7E6ED16-2581-4C17-8CAE-A87BE42F563A}" srcOrd="0" destOrd="0" presId="urn:microsoft.com/office/officeart/2008/layout/CaptionedPictures"/>
    <dgm:cxn modelId="{F72C63C5-8113-4089-9E71-5885F5F6BE67}" type="presParOf" srcId="{FFE43C02-3119-4388-8CA3-6EDFF7A0BDC8}" destId="{9BBF4212-A95E-4B75-B8AE-0721B54F06F0}" srcOrd="1" destOrd="0" presId="urn:microsoft.com/office/officeart/2008/layout/CaptionedPicture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9175842-1D82-4043-9654-83870B487A2F}" type="doc">
      <dgm:prSet loTypeId="urn:microsoft.com/office/officeart/2005/8/layout/process3" loCatId="process" qsTypeId="urn:microsoft.com/office/officeart/2005/8/quickstyle/simple2" qsCatId="simple" csTypeId="urn:microsoft.com/office/officeart/2005/8/colors/colorful4" csCatId="colorful" phldr="1"/>
      <dgm:spPr/>
      <dgm:t>
        <a:bodyPr/>
        <a:lstStyle/>
        <a:p>
          <a:endParaRPr lang="es-419"/>
        </a:p>
      </dgm:t>
    </dgm:pt>
    <dgm:pt modelId="{4772B966-F08D-4914-873A-91D2CECF91E3}">
      <dgm:prSet phldrT="[Texto]"/>
      <dgm:spPr/>
      <dgm:t>
        <a:bodyPr/>
        <a:lstStyle/>
        <a:p>
          <a:r>
            <a:rPr lang="es-419" b="1" dirty="0">
              <a:latin typeface="Times New Roman" panose="02020603050405020304" pitchFamily="18" charset="0"/>
              <a:ea typeface="Aptos" panose="020B0004020202020204" pitchFamily="34" charset="0"/>
              <a:cs typeface="Times New Roman" panose="02020603050405020304" pitchFamily="18" charset="0"/>
            </a:rPr>
            <a:t>Tipo de investigación</a:t>
          </a:r>
          <a:endParaRPr lang="es-419" dirty="0"/>
        </a:p>
      </dgm:t>
    </dgm:pt>
    <dgm:pt modelId="{2780C590-0968-4C10-BFCB-5EBDBDED23BA}" type="parTrans" cxnId="{49526908-5A77-4AE3-AFF8-1DF705F5AEC9}">
      <dgm:prSet/>
      <dgm:spPr/>
      <dgm:t>
        <a:bodyPr/>
        <a:lstStyle/>
        <a:p>
          <a:endParaRPr lang="es-419"/>
        </a:p>
      </dgm:t>
    </dgm:pt>
    <dgm:pt modelId="{248FF6BC-2F3C-4ECA-A569-C36A9D2FAC0D}" type="sibTrans" cxnId="{49526908-5A77-4AE3-AFF8-1DF705F5AEC9}">
      <dgm:prSet/>
      <dgm:spPr/>
      <dgm:t>
        <a:bodyPr/>
        <a:lstStyle/>
        <a:p>
          <a:endParaRPr lang="es-419"/>
        </a:p>
      </dgm:t>
    </dgm:pt>
    <dgm:pt modelId="{DC2241BE-79B1-4E2C-B803-94FCC79A291C}">
      <dgm:prSet phldrT="[Texto]"/>
      <dgm:spPr/>
      <dgm:t>
        <a:bodyPr/>
        <a:lstStyle/>
        <a:p>
          <a:r>
            <a:rPr lang="es-419" dirty="0">
              <a:latin typeface="Times New Roman" panose="02020603050405020304" pitchFamily="18" charset="0"/>
              <a:ea typeface="Aptos" panose="020B0004020202020204" pitchFamily="34" charset="0"/>
              <a:cs typeface="Times New Roman" panose="02020603050405020304" pitchFamily="18" charset="0"/>
            </a:rPr>
            <a:t>Aplicada y Descriptiva</a:t>
          </a:r>
          <a:endParaRPr lang="es-419" dirty="0"/>
        </a:p>
      </dgm:t>
    </dgm:pt>
    <dgm:pt modelId="{D6C4128B-FC51-4638-B6B2-F798D4A18217}" type="parTrans" cxnId="{2F35507C-B8CD-4DCB-8BEE-000189CCF4C5}">
      <dgm:prSet/>
      <dgm:spPr/>
      <dgm:t>
        <a:bodyPr/>
        <a:lstStyle/>
        <a:p>
          <a:endParaRPr lang="es-419"/>
        </a:p>
      </dgm:t>
    </dgm:pt>
    <dgm:pt modelId="{94D708CE-CD3D-467F-81E2-C9F9EF56BF00}" type="sibTrans" cxnId="{2F35507C-B8CD-4DCB-8BEE-000189CCF4C5}">
      <dgm:prSet/>
      <dgm:spPr/>
      <dgm:t>
        <a:bodyPr/>
        <a:lstStyle/>
        <a:p>
          <a:endParaRPr lang="es-419"/>
        </a:p>
      </dgm:t>
    </dgm:pt>
    <dgm:pt modelId="{86C095E1-A3FA-40D6-88E9-C416EA1E861A}">
      <dgm:prSet phldrT="[Texto]"/>
      <dgm:spPr/>
      <dgm:t>
        <a:bodyPr/>
        <a:lstStyle/>
        <a:p>
          <a:r>
            <a:rPr lang="es-419" b="1" dirty="0">
              <a:latin typeface="Times New Roman" panose="02020603050405020304" pitchFamily="18" charset="0"/>
              <a:ea typeface="Aptos" panose="020B0004020202020204" pitchFamily="34" charset="0"/>
              <a:cs typeface="Times New Roman" panose="02020603050405020304" pitchFamily="18" charset="0"/>
            </a:rPr>
            <a:t>Método de investigación</a:t>
          </a:r>
          <a:endParaRPr lang="es-419" dirty="0"/>
        </a:p>
      </dgm:t>
    </dgm:pt>
    <dgm:pt modelId="{A8844CBA-A7EA-49C4-93DC-CA0FA3253F9F}" type="parTrans" cxnId="{C1BF3F55-5219-4FCB-83E5-835D5832F05D}">
      <dgm:prSet/>
      <dgm:spPr/>
      <dgm:t>
        <a:bodyPr/>
        <a:lstStyle/>
        <a:p>
          <a:endParaRPr lang="es-419"/>
        </a:p>
      </dgm:t>
    </dgm:pt>
    <dgm:pt modelId="{025FAFEB-AFDD-4463-AD99-F3236884CB7D}" type="sibTrans" cxnId="{C1BF3F55-5219-4FCB-83E5-835D5832F05D}">
      <dgm:prSet/>
      <dgm:spPr/>
      <dgm:t>
        <a:bodyPr/>
        <a:lstStyle/>
        <a:p>
          <a:endParaRPr lang="es-419"/>
        </a:p>
      </dgm:t>
    </dgm:pt>
    <dgm:pt modelId="{7928EB49-73A0-44D8-BA63-33F4124DDAA7}">
      <dgm:prSet phldrT="[Texto]"/>
      <dgm:spPr/>
      <dgm:t>
        <a:bodyPr/>
        <a:lstStyle/>
        <a:p>
          <a:r>
            <a:rPr lang="es-419" dirty="0">
              <a:latin typeface="Times New Roman" panose="02020603050405020304" pitchFamily="18" charset="0"/>
              <a:ea typeface="Aptos" panose="020B0004020202020204" pitchFamily="34" charset="0"/>
              <a:cs typeface="Times New Roman" panose="02020603050405020304" pitchFamily="18" charset="0"/>
            </a:rPr>
            <a:t>Método Analítico-Sintético</a:t>
          </a:r>
          <a:endParaRPr lang="es-419" dirty="0"/>
        </a:p>
      </dgm:t>
    </dgm:pt>
    <dgm:pt modelId="{188F023C-F947-48C4-AA6E-F1009F6C68D8}" type="parTrans" cxnId="{4F6B5FFD-7601-45C4-A3B7-88C791BA4BD7}">
      <dgm:prSet/>
      <dgm:spPr/>
      <dgm:t>
        <a:bodyPr/>
        <a:lstStyle/>
        <a:p>
          <a:endParaRPr lang="es-419"/>
        </a:p>
      </dgm:t>
    </dgm:pt>
    <dgm:pt modelId="{81CF9856-66A2-4B28-973E-A776F6CBC6E3}" type="sibTrans" cxnId="{4F6B5FFD-7601-45C4-A3B7-88C791BA4BD7}">
      <dgm:prSet/>
      <dgm:spPr/>
      <dgm:t>
        <a:bodyPr/>
        <a:lstStyle/>
        <a:p>
          <a:endParaRPr lang="es-419"/>
        </a:p>
      </dgm:t>
    </dgm:pt>
    <dgm:pt modelId="{4E46FB4A-3803-481B-97FF-C2790D18A4F7}">
      <dgm:prSet phldrT="[Texto]"/>
      <dgm:spPr/>
      <dgm:t>
        <a:bodyPr/>
        <a:lstStyle/>
        <a:p>
          <a:r>
            <a:rPr lang="es-419" b="1" dirty="0">
              <a:latin typeface="Times New Roman" panose="02020603050405020304" pitchFamily="18" charset="0"/>
              <a:ea typeface="Aptos" panose="020B0004020202020204" pitchFamily="34" charset="0"/>
              <a:cs typeface="Times New Roman" panose="02020603050405020304" pitchFamily="18" charset="0"/>
            </a:rPr>
            <a:t>Diseño de investigación</a:t>
          </a:r>
          <a:endParaRPr lang="es-419" dirty="0"/>
        </a:p>
      </dgm:t>
    </dgm:pt>
    <dgm:pt modelId="{95564823-F4CB-41BF-952E-3D4A3A132220}" type="parTrans" cxnId="{CEF30413-97D5-4863-BDAB-CB8212D414BA}">
      <dgm:prSet/>
      <dgm:spPr/>
      <dgm:t>
        <a:bodyPr/>
        <a:lstStyle/>
        <a:p>
          <a:endParaRPr lang="es-419"/>
        </a:p>
      </dgm:t>
    </dgm:pt>
    <dgm:pt modelId="{F4523222-B53E-4F75-A277-AA66F9E398CD}" type="sibTrans" cxnId="{CEF30413-97D5-4863-BDAB-CB8212D414BA}">
      <dgm:prSet/>
      <dgm:spPr/>
      <dgm:t>
        <a:bodyPr/>
        <a:lstStyle/>
        <a:p>
          <a:endParaRPr lang="es-419"/>
        </a:p>
      </dgm:t>
    </dgm:pt>
    <dgm:pt modelId="{E5D9DAAF-0FD0-4868-B231-6E460A4F1303}">
      <dgm:prSet phldrT="[Texto]"/>
      <dgm:spPr/>
      <dgm:t>
        <a:bodyPr/>
        <a:lstStyle/>
        <a:p>
          <a:r>
            <a:rPr lang="es-419" dirty="0">
              <a:latin typeface="Times New Roman" panose="02020603050405020304" pitchFamily="18" charset="0"/>
              <a:ea typeface="Aptos" panose="020B0004020202020204" pitchFamily="34" charset="0"/>
              <a:cs typeface="Times New Roman" panose="02020603050405020304" pitchFamily="18" charset="0"/>
            </a:rPr>
            <a:t>No Experimental</a:t>
          </a:r>
          <a:endParaRPr lang="es-419" dirty="0"/>
        </a:p>
      </dgm:t>
    </dgm:pt>
    <dgm:pt modelId="{4BB50567-C5A7-4E76-91AA-A5738FDC147A}" type="parTrans" cxnId="{76FF2372-813C-42AF-AEF0-E5BA1EBF745F}">
      <dgm:prSet/>
      <dgm:spPr/>
      <dgm:t>
        <a:bodyPr/>
        <a:lstStyle/>
        <a:p>
          <a:endParaRPr lang="es-419"/>
        </a:p>
      </dgm:t>
    </dgm:pt>
    <dgm:pt modelId="{1B3B5606-95C6-4573-A8C6-93CA6218E23B}" type="sibTrans" cxnId="{76FF2372-813C-42AF-AEF0-E5BA1EBF745F}">
      <dgm:prSet/>
      <dgm:spPr/>
      <dgm:t>
        <a:bodyPr/>
        <a:lstStyle/>
        <a:p>
          <a:endParaRPr lang="es-419"/>
        </a:p>
      </dgm:t>
    </dgm:pt>
    <dgm:pt modelId="{976745A2-116F-4E70-90D2-AF21097E52D5}">
      <dgm:prSet/>
      <dgm:spPr/>
      <dgm:t>
        <a:bodyPr/>
        <a:lstStyle/>
        <a:p>
          <a:r>
            <a:rPr lang="es-EC">
              <a:latin typeface="Times New Roman" panose="02020603050405020304" pitchFamily="18" charset="0"/>
              <a:ea typeface="Aptos" panose="020B0004020202020204" pitchFamily="34" charset="0"/>
              <a:cs typeface="Times New Roman" panose="02020603050405020304" pitchFamily="18" charset="0"/>
            </a:rPr>
            <a:t>Deductivo</a:t>
          </a:r>
          <a:endParaRPr lang="es-EC" dirty="0">
            <a:latin typeface="Times New Roman" panose="02020603050405020304" pitchFamily="18" charset="0"/>
            <a:ea typeface="Aptos" panose="020B0004020202020204" pitchFamily="34" charset="0"/>
            <a:cs typeface="Times New Roman" panose="02020603050405020304" pitchFamily="18" charset="0"/>
          </a:endParaRPr>
        </a:p>
      </dgm:t>
    </dgm:pt>
    <dgm:pt modelId="{59970AD6-C341-4E8D-B99B-59CEBDAB4D75}" type="parTrans" cxnId="{C7A251E5-CBE9-420E-B9F8-51422A46C629}">
      <dgm:prSet/>
      <dgm:spPr/>
      <dgm:t>
        <a:bodyPr/>
        <a:lstStyle/>
        <a:p>
          <a:endParaRPr lang="es-419"/>
        </a:p>
      </dgm:t>
    </dgm:pt>
    <dgm:pt modelId="{DEAAAE15-B9AB-47BA-BA55-8841B7D007C1}" type="sibTrans" cxnId="{C7A251E5-CBE9-420E-B9F8-51422A46C629}">
      <dgm:prSet/>
      <dgm:spPr/>
      <dgm:t>
        <a:bodyPr/>
        <a:lstStyle/>
        <a:p>
          <a:endParaRPr lang="es-419"/>
        </a:p>
      </dgm:t>
    </dgm:pt>
    <dgm:pt modelId="{D74338B6-E014-4630-9F9A-BD264DB90BF5}">
      <dgm:prSet/>
      <dgm:spPr/>
      <dgm:t>
        <a:bodyPr/>
        <a:lstStyle/>
        <a:p>
          <a:r>
            <a:rPr lang="es-EC">
              <a:latin typeface="Times New Roman" panose="02020603050405020304" pitchFamily="18" charset="0"/>
              <a:ea typeface="Aptos" panose="020B0004020202020204" pitchFamily="34" charset="0"/>
              <a:cs typeface="Times New Roman" panose="02020603050405020304" pitchFamily="18" charset="0"/>
            </a:rPr>
            <a:t>Transversal</a:t>
          </a:r>
          <a:endParaRPr lang="es-EC" dirty="0">
            <a:latin typeface="Times New Roman" panose="02020603050405020304" pitchFamily="18" charset="0"/>
            <a:ea typeface="Aptos" panose="020B0004020202020204" pitchFamily="34" charset="0"/>
            <a:cs typeface="Times New Roman" panose="02020603050405020304" pitchFamily="18" charset="0"/>
          </a:endParaRPr>
        </a:p>
      </dgm:t>
    </dgm:pt>
    <dgm:pt modelId="{C68EE899-E938-406B-A72F-7B4EA8718F86}" type="parTrans" cxnId="{325DF9AE-AADA-4E60-B4C8-F7736FF1FAE3}">
      <dgm:prSet/>
      <dgm:spPr/>
      <dgm:t>
        <a:bodyPr/>
        <a:lstStyle/>
        <a:p>
          <a:endParaRPr lang="es-419"/>
        </a:p>
      </dgm:t>
    </dgm:pt>
    <dgm:pt modelId="{711A6760-AAA9-47DB-BB48-3A8EC0F0E472}" type="sibTrans" cxnId="{325DF9AE-AADA-4E60-B4C8-F7736FF1FAE3}">
      <dgm:prSet/>
      <dgm:spPr/>
      <dgm:t>
        <a:bodyPr/>
        <a:lstStyle/>
        <a:p>
          <a:endParaRPr lang="es-419"/>
        </a:p>
      </dgm:t>
    </dgm:pt>
    <dgm:pt modelId="{372BDE11-212A-4169-94B6-8A8AB3D80888}" type="pres">
      <dgm:prSet presAssocID="{19175842-1D82-4043-9654-83870B487A2F}" presName="linearFlow" presStyleCnt="0">
        <dgm:presLayoutVars>
          <dgm:dir/>
          <dgm:animLvl val="lvl"/>
          <dgm:resizeHandles val="exact"/>
        </dgm:presLayoutVars>
      </dgm:prSet>
      <dgm:spPr/>
    </dgm:pt>
    <dgm:pt modelId="{BF20BAA8-5E3E-4C5A-AD89-B19070B75DA1}" type="pres">
      <dgm:prSet presAssocID="{4772B966-F08D-4914-873A-91D2CECF91E3}" presName="composite" presStyleCnt="0"/>
      <dgm:spPr/>
    </dgm:pt>
    <dgm:pt modelId="{75F6F94A-AB1C-4AAE-8FC0-525845DA266F}" type="pres">
      <dgm:prSet presAssocID="{4772B966-F08D-4914-873A-91D2CECF91E3}" presName="parTx" presStyleLbl="node1" presStyleIdx="0" presStyleCnt="3">
        <dgm:presLayoutVars>
          <dgm:chMax val="0"/>
          <dgm:chPref val="0"/>
          <dgm:bulletEnabled val="1"/>
        </dgm:presLayoutVars>
      </dgm:prSet>
      <dgm:spPr/>
    </dgm:pt>
    <dgm:pt modelId="{FBA14CA8-D673-4E0C-963E-C9D87BB85FB5}" type="pres">
      <dgm:prSet presAssocID="{4772B966-F08D-4914-873A-91D2CECF91E3}" presName="parSh" presStyleLbl="node1" presStyleIdx="0" presStyleCnt="3"/>
      <dgm:spPr/>
    </dgm:pt>
    <dgm:pt modelId="{64E4E6EC-BD3E-41B8-B006-C11AB857865B}" type="pres">
      <dgm:prSet presAssocID="{4772B966-F08D-4914-873A-91D2CECF91E3}" presName="desTx" presStyleLbl="fgAcc1" presStyleIdx="0" presStyleCnt="3">
        <dgm:presLayoutVars>
          <dgm:bulletEnabled val="1"/>
        </dgm:presLayoutVars>
      </dgm:prSet>
      <dgm:spPr/>
    </dgm:pt>
    <dgm:pt modelId="{608AAEA7-74AC-464A-8CF8-D6C6785A48E5}" type="pres">
      <dgm:prSet presAssocID="{248FF6BC-2F3C-4ECA-A569-C36A9D2FAC0D}" presName="sibTrans" presStyleLbl="sibTrans2D1" presStyleIdx="0" presStyleCnt="2"/>
      <dgm:spPr/>
    </dgm:pt>
    <dgm:pt modelId="{5F74A3F3-F9CC-45FB-A13F-3AAD542264A4}" type="pres">
      <dgm:prSet presAssocID="{248FF6BC-2F3C-4ECA-A569-C36A9D2FAC0D}" presName="connTx" presStyleLbl="sibTrans2D1" presStyleIdx="0" presStyleCnt="2"/>
      <dgm:spPr/>
    </dgm:pt>
    <dgm:pt modelId="{6C910F54-1195-4883-92CC-8DF06D86D2B9}" type="pres">
      <dgm:prSet presAssocID="{86C095E1-A3FA-40D6-88E9-C416EA1E861A}" presName="composite" presStyleCnt="0"/>
      <dgm:spPr/>
    </dgm:pt>
    <dgm:pt modelId="{21F0703D-1ACE-4741-8757-E420BFDD74EF}" type="pres">
      <dgm:prSet presAssocID="{86C095E1-A3FA-40D6-88E9-C416EA1E861A}" presName="parTx" presStyleLbl="node1" presStyleIdx="0" presStyleCnt="3">
        <dgm:presLayoutVars>
          <dgm:chMax val="0"/>
          <dgm:chPref val="0"/>
          <dgm:bulletEnabled val="1"/>
        </dgm:presLayoutVars>
      </dgm:prSet>
      <dgm:spPr/>
    </dgm:pt>
    <dgm:pt modelId="{55719480-70B2-4832-8A09-97CD613DCD6A}" type="pres">
      <dgm:prSet presAssocID="{86C095E1-A3FA-40D6-88E9-C416EA1E861A}" presName="parSh" presStyleLbl="node1" presStyleIdx="1" presStyleCnt="3"/>
      <dgm:spPr/>
    </dgm:pt>
    <dgm:pt modelId="{2BC7285D-3C0C-476B-9DD3-3A94964966AF}" type="pres">
      <dgm:prSet presAssocID="{86C095E1-A3FA-40D6-88E9-C416EA1E861A}" presName="desTx" presStyleLbl="fgAcc1" presStyleIdx="1" presStyleCnt="3">
        <dgm:presLayoutVars>
          <dgm:bulletEnabled val="1"/>
        </dgm:presLayoutVars>
      </dgm:prSet>
      <dgm:spPr/>
    </dgm:pt>
    <dgm:pt modelId="{5838DCFB-EF42-4890-83BE-F83658D4CAF0}" type="pres">
      <dgm:prSet presAssocID="{025FAFEB-AFDD-4463-AD99-F3236884CB7D}" presName="sibTrans" presStyleLbl="sibTrans2D1" presStyleIdx="1" presStyleCnt="2"/>
      <dgm:spPr/>
    </dgm:pt>
    <dgm:pt modelId="{1339CBA6-C8B6-4605-A5F3-1F80B8CD3FBB}" type="pres">
      <dgm:prSet presAssocID="{025FAFEB-AFDD-4463-AD99-F3236884CB7D}" presName="connTx" presStyleLbl="sibTrans2D1" presStyleIdx="1" presStyleCnt="2"/>
      <dgm:spPr/>
    </dgm:pt>
    <dgm:pt modelId="{F43E367A-9688-4F18-AB73-53BB42587DF9}" type="pres">
      <dgm:prSet presAssocID="{4E46FB4A-3803-481B-97FF-C2790D18A4F7}" presName="composite" presStyleCnt="0"/>
      <dgm:spPr/>
    </dgm:pt>
    <dgm:pt modelId="{1FCEFD8A-778A-43FD-9E31-013E767D02DA}" type="pres">
      <dgm:prSet presAssocID="{4E46FB4A-3803-481B-97FF-C2790D18A4F7}" presName="parTx" presStyleLbl="node1" presStyleIdx="1" presStyleCnt="3">
        <dgm:presLayoutVars>
          <dgm:chMax val="0"/>
          <dgm:chPref val="0"/>
          <dgm:bulletEnabled val="1"/>
        </dgm:presLayoutVars>
      </dgm:prSet>
      <dgm:spPr/>
    </dgm:pt>
    <dgm:pt modelId="{8C2EC6B9-954E-4297-8964-CCCB09CBAF9E}" type="pres">
      <dgm:prSet presAssocID="{4E46FB4A-3803-481B-97FF-C2790D18A4F7}" presName="parSh" presStyleLbl="node1" presStyleIdx="2" presStyleCnt="3"/>
      <dgm:spPr/>
    </dgm:pt>
    <dgm:pt modelId="{98CFC16C-289C-4C01-89BC-0FB7084102BB}" type="pres">
      <dgm:prSet presAssocID="{4E46FB4A-3803-481B-97FF-C2790D18A4F7}" presName="desTx" presStyleLbl="fgAcc1" presStyleIdx="2" presStyleCnt="3">
        <dgm:presLayoutVars>
          <dgm:bulletEnabled val="1"/>
        </dgm:presLayoutVars>
      </dgm:prSet>
      <dgm:spPr/>
    </dgm:pt>
  </dgm:ptLst>
  <dgm:cxnLst>
    <dgm:cxn modelId="{49526908-5A77-4AE3-AFF8-1DF705F5AEC9}" srcId="{19175842-1D82-4043-9654-83870B487A2F}" destId="{4772B966-F08D-4914-873A-91D2CECF91E3}" srcOrd="0" destOrd="0" parTransId="{2780C590-0968-4C10-BFCB-5EBDBDED23BA}" sibTransId="{248FF6BC-2F3C-4ECA-A569-C36A9D2FAC0D}"/>
    <dgm:cxn modelId="{CEF30413-97D5-4863-BDAB-CB8212D414BA}" srcId="{19175842-1D82-4043-9654-83870B487A2F}" destId="{4E46FB4A-3803-481B-97FF-C2790D18A4F7}" srcOrd="2" destOrd="0" parTransId="{95564823-F4CB-41BF-952E-3D4A3A132220}" sibTransId="{F4523222-B53E-4F75-A277-AA66F9E398CD}"/>
    <dgm:cxn modelId="{88E85520-9A6B-4C0F-B7FB-95A082806D93}" type="presOf" srcId="{4E46FB4A-3803-481B-97FF-C2790D18A4F7}" destId="{1FCEFD8A-778A-43FD-9E31-013E767D02DA}" srcOrd="0" destOrd="0" presId="urn:microsoft.com/office/officeart/2005/8/layout/process3"/>
    <dgm:cxn modelId="{28E91332-E4FC-40BD-A4BB-A719BF5A8466}" type="presOf" srcId="{E5D9DAAF-0FD0-4868-B231-6E460A4F1303}" destId="{98CFC16C-289C-4C01-89BC-0FB7084102BB}" srcOrd="0" destOrd="0" presId="urn:microsoft.com/office/officeart/2005/8/layout/process3"/>
    <dgm:cxn modelId="{15DCC440-BC5D-4DB5-90A9-A5C15663D364}" type="presOf" srcId="{976745A2-116F-4E70-90D2-AF21097E52D5}" destId="{2BC7285D-3C0C-476B-9DD3-3A94964966AF}" srcOrd="0" destOrd="1" presId="urn:microsoft.com/office/officeart/2005/8/layout/process3"/>
    <dgm:cxn modelId="{4C75BB44-7518-497A-884B-C78E7DE8D086}" type="presOf" srcId="{4E46FB4A-3803-481B-97FF-C2790D18A4F7}" destId="{8C2EC6B9-954E-4297-8964-CCCB09CBAF9E}" srcOrd="1" destOrd="0" presId="urn:microsoft.com/office/officeart/2005/8/layout/process3"/>
    <dgm:cxn modelId="{EC564948-7AE5-45BA-A788-8C92292DF22D}" type="presOf" srcId="{DC2241BE-79B1-4E2C-B803-94FCC79A291C}" destId="{64E4E6EC-BD3E-41B8-B006-C11AB857865B}" srcOrd="0" destOrd="0" presId="urn:microsoft.com/office/officeart/2005/8/layout/process3"/>
    <dgm:cxn modelId="{76FF2372-813C-42AF-AEF0-E5BA1EBF745F}" srcId="{4E46FB4A-3803-481B-97FF-C2790D18A4F7}" destId="{E5D9DAAF-0FD0-4868-B231-6E460A4F1303}" srcOrd="0" destOrd="0" parTransId="{4BB50567-C5A7-4E76-91AA-A5738FDC147A}" sibTransId="{1B3B5606-95C6-4573-A8C6-93CA6218E23B}"/>
    <dgm:cxn modelId="{C1BF3F55-5219-4FCB-83E5-835D5832F05D}" srcId="{19175842-1D82-4043-9654-83870B487A2F}" destId="{86C095E1-A3FA-40D6-88E9-C416EA1E861A}" srcOrd="1" destOrd="0" parTransId="{A8844CBA-A7EA-49C4-93DC-CA0FA3253F9F}" sibTransId="{025FAFEB-AFDD-4463-AD99-F3236884CB7D}"/>
    <dgm:cxn modelId="{FEDCFA55-2504-4AA7-89BD-B61CB06A6C59}" type="presOf" srcId="{86C095E1-A3FA-40D6-88E9-C416EA1E861A}" destId="{21F0703D-1ACE-4741-8757-E420BFDD74EF}" srcOrd="0" destOrd="0" presId="urn:microsoft.com/office/officeart/2005/8/layout/process3"/>
    <dgm:cxn modelId="{9931FD75-1DA8-4B34-84DA-69C71E4B34DA}" type="presOf" srcId="{D74338B6-E014-4630-9F9A-BD264DB90BF5}" destId="{98CFC16C-289C-4C01-89BC-0FB7084102BB}" srcOrd="0" destOrd="1" presId="urn:microsoft.com/office/officeart/2005/8/layout/process3"/>
    <dgm:cxn modelId="{2F35507C-B8CD-4DCB-8BEE-000189CCF4C5}" srcId="{4772B966-F08D-4914-873A-91D2CECF91E3}" destId="{DC2241BE-79B1-4E2C-B803-94FCC79A291C}" srcOrd="0" destOrd="0" parTransId="{D6C4128B-FC51-4638-B6B2-F798D4A18217}" sibTransId="{94D708CE-CD3D-467F-81E2-C9F9EF56BF00}"/>
    <dgm:cxn modelId="{3C1B8A88-D704-4DAC-89AA-E742C9927AFE}" type="presOf" srcId="{248FF6BC-2F3C-4ECA-A569-C36A9D2FAC0D}" destId="{608AAEA7-74AC-464A-8CF8-D6C6785A48E5}" srcOrd="0" destOrd="0" presId="urn:microsoft.com/office/officeart/2005/8/layout/process3"/>
    <dgm:cxn modelId="{00C2A2A7-48BA-4229-8717-FEC765FDDB77}" type="presOf" srcId="{4772B966-F08D-4914-873A-91D2CECF91E3}" destId="{FBA14CA8-D673-4E0C-963E-C9D87BB85FB5}" srcOrd="1" destOrd="0" presId="urn:microsoft.com/office/officeart/2005/8/layout/process3"/>
    <dgm:cxn modelId="{287C76A9-BC9E-47E5-ABB0-C5C683FFDF4A}" type="presOf" srcId="{4772B966-F08D-4914-873A-91D2CECF91E3}" destId="{75F6F94A-AB1C-4AAE-8FC0-525845DA266F}" srcOrd="0" destOrd="0" presId="urn:microsoft.com/office/officeart/2005/8/layout/process3"/>
    <dgm:cxn modelId="{AFE822AB-56AE-43D8-9DCC-E4EB05AD1297}" type="presOf" srcId="{86C095E1-A3FA-40D6-88E9-C416EA1E861A}" destId="{55719480-70B2-4832-8A09-97CD613DCD6A}" srcOrd="1" destOrd="0" presId="urn:microsoft.com/office/officeart/2005/8/layout/process3"/>
    <dgm:cxn modelId="{094F61AB-4D14-4776-A7FF-A0EB16C676B9}" type="presOf" srcId="{025FAFEB-AFDD-4463-AD99-F3236884CB7D}" destId="{1339CBA6-C8B6-4605-A5F3-1F80B8CD3FBB}" srcOrd="1" destOrd="0" presId="urn:microsoft.com/office/officeart/2005/8/layout/process3"/>
    <dgm:cxn modelId="{3BB1C7AB-B1D3-4AA5-9465-B8761EFB4897}" type="presOf" srcId="{19175842-1D82-4043-9654-83870B487A2F}" destId="{372BDE11-212A-4169-94B6-8A8AB3D80888}" srcOrd="0" destOrd="0" presId="urn:microsoft.com/office/officeart/2005/8/layout/process3"/>
    <dgm:cxn modelId="{325DF9AE-AADA-4E60-B4C8-F7736FF1FAE3}" srcId="{4E46FB4A-3803-481B-97FF-C2790D18A4F7}" destId="{D74338B6-E014-4630-9F9A-BD264DB90BF5}" srcOrd="1" destOrd="0" parTransId="{C68EE899-E938-406B-A72F-7B4EA8718F86}" sibTransId="{711A6760-AAA9-47DB-BB48-3A8EC0F0E472}"/>
    <dgm:cxn modelId="{1B2330C3-3A44-4570-8DD3-6D28558ED194}" type="presOf" srcId="{7928EB49-73A0-44D8-BA63-33F4124DDAA7}" destId="{2BC7285D-3C0C-476B-9DD3-3A94964966AF}" srcOrd="0" destOrd="0" presId="urn:microsoft.com/office/officeart/2005/8/layout/process3"/>
    <dgm:cxn modelId="{D76223DE-DAAD-49C4-BA6C-F4BDB4F33749}" type="presOf" srcId="{025FAFEB-AFDD-4463-AD99-F3236884CB7D}" destId="{5838DCFB-EF42-4890-83BE-F83658D4CAF0}" srcOrd="0" destOrd="0" presId="urn:microsoft.com/office/officeart/2005/8/layout/process3"/>
    <dgm:cxn modelId="{846B6ADF-EC7A-45F0-BE2E-22222B145433}" type="presOf" srcId="{248FF6BC-2F3C-4ECA-A569-C36A9D2FAC0D}" destId="{5F74A3F3-F9CC-45FB-A13F-3AAD542264A4}" srcOrd="1" destOrd="0" presId="urn:microsoft.com/office/officeart/2005/8/layout/process3"/>
    <dgm:cxn modelId="{C7A251E5-CBE9-420E-B9F8-51422A46C629}" srcId="{86C095E1-A3FA-40D6-88E9-C416EA1E861A}" destId="{976745A2-116F-4E70-90D2-AF21097E52D5}" srcOrd="1" destOrd="0" parTransId="{59970AD6-C341-4E8D-B99B-59CEBDAB4D75}" sibTransId="{DEAAAE15-B9AB-47BA-BA55-8841B7D007C1}"/>
    <dgm:cxn modelId="{4F6B5FFD-7601-45C4-A3B7-88C791BA4BD7}" srcId="{86C095E1-A3FA-40D6-88E9-C416EA1E861A}" destId="{7928EB49-73A0-44D8-BA63-33F4124DDAA7}" srcOrd="0" destOrd="0" parTransId="{188F023C-F947-48C4-AA6E-F1009F6C68D8}" sibTransId="{81CF9856-66A2-4B28-973E-A776F6CBC6E3}"/>
    <dgm:cxn modelId="{ED35D643-2209-4ABB-BEF8-48D49A7756A8}" type="presParOf" srcId="{372BDE11-212A-4169-94B6-8A8AB3D80888}" destId="{BF20BAA8-5E3E-4C5A-AD89-B19070B75DA1}" srcOrd="0" destOrd="0" presId="urn:microsoft.com/office/officeart/2005/8/layout/process3"/>
    <dgm:cxn modelId="{E459E494-33CC-4230-B1AB-EF5980C47C30}" type="presParOf" srcId="{BF20BAA8-5E3E-4C5A-AD89-B19070B75DA1}" destId="{75F6F94A-AB1C-4AAE-8FC0-525845DA266F}" srcOrd="0" destOrd="0" presId="urn:microsoft.com/office/officeart/2005/8/layout/process3"/>
    <dgm:cxn modelId="{9289E243-0E2F-4EED-845D-7CA553AAA6E4}" type="presParOf" srcId="{BF20BAA8-5E3E-4C5A-AD89-B19070B75DA1}" destId="{FBA14CA8-D673-4E0C-963E-C9D87BB85FB5}" srcOrd="1" destOrd="0" presId="urn:microsoft.com/office/officeart/2005/8/layout/process3"/>
    <dgm:cxn modelId="{295367ED-A647-45F0-A745-E1D1C7954A3B}" type="presParOf" srcId="{BF20BAA8-5E3E-4C5A-AD89-B19070B75DA1}" destId="{64E4E6EC-BD3E-41B8-B006-C11AB857865B}" srcOrd="2" destOrd="0" presId="urn:microsoft.com/office/officeart/2005/8/layout/process3"/>
    <dgm:cxn modelId="{C5ED7E49-B227-4C50-972D-371333CCEB70}" type="presParOf" srcId="{372BDE11-212A-4169-94B6-8A8AB3D80888}" destId="{608AAEA7-74AC-464A-8CF8-D6C6785A48E5}" srcOrd="1" destOrd="0" presId="urn:microsoft.com/office/officeart/2005/8/layout/process3"/>
    <dgm:cxn modelId="{771D1EEF-3BFB-47EA-886F-E5B8EE866CCB}" type="presParOf" srcId="{608AAEA7-74AC-464A-8CF8-D6C6785A48E5}" destId="{5F74A3F3-F9CC-45FB-A13F-3AAD542264A4}" srcOrd="0" destOrd="0" presId="urn:microsoft.com/office/officeart/2005/8/layout/process3"/>
    <dgm:cxn modelId="{348A0110-5A0E-46FC-8B2E-E1127854995C}" type="presParOf" srcId="{372BDE11-212A-4169-94B6-8A8AB3D80888}" destId="{6C910F54-1195-4883-92CC-8DF06D86D2B9}" srcOrd="2" destOrd="0" presId="urn:microsoft.com/office/officeart/2005/8/layout/process3"/>
    <dgm:cxn modelId="{A682766E-C91C-449F-AE82-7BF3DFB19B65}" type="presParOf" srcId="{6C910F54-1195-4883-92CC-8DF06D86D2B9}" destId="{21F0703D-1ACE-4741-8757-E420BFDD74EF}" srcOrd="0" destOrd="0" presId="urn:microsoft.com/office/officeart/2005/8/layout/process3"/>
    <dgm:cxn modelId="{AF03794A-98EC-4F01-929D-75B8181A442F}" type="presParOf" srcId="{6C910F54-1195-4883-92CC-8DF06D86D2B9}" destId="{55719480-70B2-4832-8A09-97CD613DCD6A}" srcOrd="1" destOrd="0" presId="urn:microsoft.com/office/officeart/2005/8/layout/process3"/>
    <dgm:cxn modelId="{95251C58-C631-405E-9F59-9661B95E0B92}" type="presParOf" srcId="{6C910F54-1195-4883-92CC-8DF06D86D2B9}" destId="{2BC7285D-3C0C-476B-9DD3-3A94964966AF}" srcOrd="2" destOrd="0" presId="urn:microsoft.com/office/officeart/2005/8/layout/process3"/>
    <dgm:cxn modelId="{B4BD73E6-D2C4-499F-A431-9F7EED37C203}" type="presParOf" srcId="{372BDE11-212A-4169-94B6-8A8AB3D80888}" destId="{5838DCFB-EF42-4890-83BE-F83658D4CAF0}" srcOrd="3" destOrd="0" presId="urn:microsoft.com/office/officeart/2005/8/layout/process3"/>
    <dgm:cxn modelId="{F123FE32-9089-4088-8E4E-C408FEB068CD}" type="presParOf" srcId="{5838DCFB-EF42-4890-83BE-F83658D4CAF0}" destId="{1339CBA6-C8B6-4605-A5F3-1F80B8CD3FBB}" srcOrd="0" destOrd="0" presId="urn:microsoft.com/office/officeart/2005/8/layout/process3"/>
    <dgm:cxn modelId="{1C940F36-018E-44E0-A339-BA5B53FEFAF9}" type="presParOf" srcId="{372BDE11-212A-4169-94B6-8A8AB3D80888}" destId="{F43E367A-9688-4F18-AB73-53BB42587DF9}" srcOrd="4" destOrd="0" presId="urn:microsoft.com/office/officeart/2005/8/layout/process3"/>
    <dgm:cxn modelId="{84D2C82C-3951-4C87-8985-6F9CA85B4A49}" type="presParOf" srcId="{F43E367A-9688-4F18-AB73-53BB42587DF9}" destId="{1FCEFD8A-778A-43FD-9E31-013E767D02DA}" srcOrd="0" destOrd="0" presId="urn:microsoft.com/office/officeart/2005/8/layout/process3"/>
    <dgm:cxn modelId="{CF927DBD-7C02-4712-BB86-0ED23D1B878B}" type="presParOf" srcId="{F43E367A-9688-4F18-AB73-53BB42587DF9}" destId="{8C2EC6B9-954E-4297-8964-CCCB09CBAF9E}" srcOrd="1" destOrd="0" presId="urn:microsoft.com/office/officeart/2005/8/layout/process3"/>
    <dgm:cxn modelId="{5CE9DFC9-43C3-456B-8720-9EB14B3A0873}" type="presParOf" srcId="{F43E367A-9688-4F18-AB73-53BB42587DF9}" destId="{98CFC16C-289C-4C01-89BC-0FB7084102BB}" srcOrd="2"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3A36EC-2EBC-48A0-B530-DBE8D05B42EA}">
      <dsp:nvSpPr>
        <dsp:cNvPr id="0" name=""/>
        <dsp:cNvSpPr/>
      </dsp:nvSpPr>
      <dsp:spPr>
        <a:xfrm>
          <a:off x="3668" y="1612954"/>
          <a:ext cx="3107625" cy="3656030"/>
        </a:xfrm>
        <a:prstGeom prst="rect">
          <a:avLst/>
        </a:prstGeom>
        <a:solidFill>
          <a:schemeClr val="lt1">
            <a:alpha val="40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3813A709-4597-4AF3-BDD6-B5034D195CA8}">
      <dsp:nvSpPr>
        <dsp:cNvPr id="0" name=""/>
        <dsp:cNvSpPr/>
      </dsp:nvSpPr>
      <dsp:spPr>
        <a:xfrm>
          <a:off x="159049" y="1759195"/>
          <a:ext cx="2796863" cy="2376419"/>
        </a:xfrm>
        <a:prstGeom prst="rect">
          <a:avLst/>
        </a:prstGeom>
        <a:blipFill>
          <a:blip xmlns:r="http://schemas.openxmlformats.org/officeDocument/2006/relationships" r:embed="rId1"/>
          <a:srcRect/>
          <a:stretch>
            <a:fillRect t="-23000" b="-23000"/>
          </a:stretch>
        </a:blipFill>
        <a:ln w="9525"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1">
          <a:scrgbClr r="0" g="0" b="0"/>
        </a:fillRef>
        <a:effectRef idx="1">
          <a:scrgbClr r="0" g="0" b="0"/>
        </a:effectRef>
        <a:fontRef idx="minor"/>
      </dsp:style>
    </dsp:sp>
    <dsp:sp modelId="{E506E014-8F30-4F85-B31C-00C01004188E}">
      <dsp:nvSpPr>
        <dsp:cNvPr id="0" name=""/>
        <dsp:cNvSpPr/>
      </dsp:nvSpPr>
      <dsp:spPr>
        <a:xfrm>
          <a:off x="159049" y="4501247"/>
          <a:ext cx="2796863" cy="621495"/>
        </a:xfrm>
        <a:prstGeom prst="rect">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419" sz="1600" b="1" kern="1200" dirty="0">
              <a:latin typeface="Times New Roman" panose="02020603050405020304" pitchFamily="18" charset="0"/>
              <a:ea typeface="Aptos" panose="020B0004020202020204" pitchFamily="34" charset="0"/>
              <a:cs typeface="Times New Roman" panose="02020603050405020304" pitchFamily="18" charset="0"/>
            </a:rPr>
            <a:t>Esbozar un modelo…. </a:t>
          </a:r>
          <a:endParaRPr lang="es-419" sz="1600" kern="1200" dirty="0"/>
        </a:p>
      </dsp:txBody>
      <dsp:txXfrm>
        <a:off x="159049" y="4501247"/>
        <a:ext cx="2796863" cy="621495"/>
      </dsp:txXfrm>
    </dsp:sp>
    <dsp:sp modelId="{79DBAB17-08E3-4471-B024-C1FE01D5D4F9}">
      <dsp:nvSpPr>
        <dsp:cNvPr id="0" name=""/>
        <dsp:cNvSpPr/>
      </dsp:nvSpPr>
      <dsp:spPr>
        <a:xfrm>
          <a:off x="159049" y="4135615"/>
          <a:ext cx="2796863" cy="3656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419" sz="1600" b="1" kern="1200" dirty="0">
              <a:latin typeface="Times New Roman" panose="02020603050405020304" pitchFamily="18" charset="0"/>
              <a:ea typeface="Aptos" panose="020B0004020202020204" pitchFamily="34" charset="0"/>
              <a:cs typeface="Times New Roman" panose="02020603050405020304" pitchFamily="18" charset="0"/>
            </a:rPr>
            <a:t> </a:t>
          </a:r>
          <a:endParaRPr lang="es-419" sz="1600" kern="1200" dirty="0"/>
        </a:p>
      </dsp:txBody>
      <dsp:txXfrm>
        <a:off x="159049" y="4135615"/>
        <a:ext cx="2796863" cy="365632"/>
      </dsp:txXfrm>
    </dsp:sp>
    <dsp:sp modelId="{138343C9-153C-4215-8CBE-669965422179}">
      <dsp:nvSpPr>
        <dsp:cNvPr id="0" name=""/>
        <dsp:cNvSpPr/>
      </dsp:nvSpPr>
      <dsp:spPr>
        <a:xfrm>
          <a:off x="3665887" y="1612954"/>
          <a:ext cx="3107625" cy="3656030"/>
        </a:xfrm>
        <a:prstGeom prst="rect">
          <a:avLst/>
        </a:prstGeom>
        <a:solidFill>
          <a:schemeClr val="lt1">
            <a:alpha val="40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638EF239-D0D5-4AEE-B9B0-389AF46D2613}">
      <dsp:nvSpPr>
        <dsp:cNvPr id="0" name=""/>
        <dsp:cNvSpPr/>
      </dsp:nvSpPr>
      <dsp:spPr>
        <a:xfrm>
          <a:off x="3821268" y="1759195"/>
          <a:ext cx="2796863" cy="2376419"/>
        </a:xfrm>
        <a:prstGeom prst="rect">
          <a:avLst/>
        </a:prstGeom>
        <a:blipFill>
          <a:blip xmlns:r="http://schemas.openxmlformats.org/officeDocument/2006/relationships" r:embed="rId2"/>
          <a:srcRect/>
          <a:stretch>
            <a:fillRect t="-9000" b="-9000"/>
          </a:stretch>
        </a:blipFill>
        <a:ln w="9525"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1">
          <a:scrgbClr r="0" g="0" b="0"/>
        </a:fillRef>
        <a:effectRef idx="1">
          <a:scrgbClr r="0" g="0" b="0"/>
        </a:effectRef>
        <a:fontRef idx="minor"/>
      </dsp:style>
    </dsp:sp>
    <dsp:sp modelId="{EF4187A5-3BC6-4C31-BD49-BD300DD9C3A3}">
      <dsp:nvSpPr>
        <dsp:cNvPr id="0" name=""/>
        <dsp:cNvSpPr/>
      </dsp:nvSpPr>
      <dsp:spPr>
        <a:xfrm>
          <a:off x="3821268" y="4501247"/>
          <a:ext cx="2796863" cy="621495"/>
        </a:xfrm>
        <a:prstGeom prst="rect">
          <a:avLst/>
        </a:prstGeom>
        <a:gradFill rotWithShape="0">
          <a:gsLst>
            <a:gs pos="0">
              <a:schemeClr val="accent4">
                <a:hueOff val="-2232385"/>
                <a:satOff val="13449"/>
                <a:lumOff val="1078"/>
                <a:alphaOff val="0"/>
                <a:tint val="50000"/>
                <a:satMod val="300000"/>
              </a:schemeClr>
            </a:gs>
            <a:gs pos="35000">
              <a:schemeClr val="accent4">
                <a:hueOff val="-2232385"/>
                <a:satOff val="13449"/>
                <a:lumOff val="1078"/>
                <a:alphaOff val="0"/>
                <a:tint val="37000"/>
                <a:satMod val="300000"/>
              </a:schemeClr>
            </a:gs>
            <a:gs pos="100000">
              <a:schemeClr val="accent4">
                <a:hueOff val="-2232385"/>
                <a:satOff val="13449"/>
                <a:lumOff val="107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419" sz="1600" b="1" kern="1200" dirty="0">
              <a:latin typeface="Times New Roman" panose="02020603050405020304" pitchFamily="18" charset="0"/>
              <a:ea typeface="Aptos" panose="020B0004020202020204" pitchFamily="34" charset="0"/>
              <a:cs typeface="Times New Roman" panose="02020603050405020304" pitchFamily="18" charset="0"/>
            </a:rPr>
            <a:t>Diseñar una aplicación web…</a:t>
          </a:r>
          <a:endParaRPr lang="es-419" sz="1600" kern="1200" dirty="0"/>
        </a:p>
      </dsp:txBody>
      <dsp:txXfrm>
        <a:off x="3821268" y="4501247"/>
        <a:ext cx="2796863" cy="621495"/>
      </dsp:txXfrm>
    </dsp:sp>
    <dsp:sp modelId="{C9BF6793-5EF5-4681-B60D-C670B19992C3}">
      <dsp:nvSpPr>
        <dsp:cNvPr id="0" name=""/>
        <dsp:cNvSpPr/>
      </dsp:nvSpPr>
      <dsp:spPr>
        <a:xfrm>
          <a:off x="3821268" y="4135615"/>
          <a:ext cx="2796863" cy="3656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endParaRPr lang="es-419" sz="1600" kern="1200" dirty="0"/>
        </a:p>
      </dsp:txBody>
      <dsp:txXfrm>
        <a:off x="3821268" y="4135615"/>
        <a:ext cx="2796863" cy="365632"/>
      </dsp:txXfrm>
    </dsp:sp>
    <dsp:sp modelId="{9E572937-C28B-4D48-96D0-40E6CC36BFDC}">
      <dsp:nvSpPr>
        <dsp:cNvPr id="0" name=""/>
        <dsp:cNvSpPr/>
      </dsp:nvSpPr>
      <dsp:spPr>
        <a:xfrm>
          <a:off x="7328105" y="1612954"/>
          <a:ext cx="3107625" cy="3656030"/>
        </a:xfrm>
        <a:prstGeom prst="rect">
          <a:avLst/>
        </a:prstGeom>
        <a:solidFill>
          <a:schemeClr val="lt1">
            <a:alpha val="40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AC3345A2-FADB-4B38-BD17-51B26D77C3DC}">
      <dsp:nvSpPr>
        <dsp:cNvPr id="0" name=""/>
        <dsp:cNvSpPr/>
      </dsp:nvSpPr>
      <dsp:spPr>
        <a:xfrm>
          <a:off x="7483487" y="1759195"/>
          <a:ext cx="2796863" cy="2376419"/>
        </a:xfrm>
        <a:prstGeom prst="rect">
          <a:avLst/>
        </a:prstGeom>
        <a:blipFill>
          <a:blip xmlns:r="http://schemas.openxmlformats.org/officeDocument/2006/relationships" r:embed="rId3"/>
          <a:srcRect/>
          <a:stretch>
            <a:fillRect t="-9000" b="-9000"/>
          </a:stretch>
        </a:blipFill>
        <a:ln w="9525"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1">
          <a:scrgbClr r="0" g="0" b="0"/>
        </a:fillRef>
        <a:effectRef idx="1">
          <a:scrgbClr r="0" g="0" b="0"/>
        </a:effectRef>
        <a:fontRef idx="minor"/>
      </dsp:style>
    </dsp:sp>
    <dsp:sp modelId="{C7E6ED16-2581-4C17-8CAE-A87BE42F563A}">
      <dsp:nvSpPr>
        <dsp:cNvPr id="0" name=""/>
        <dsp:cNvSpPr/>
      </dsp:nvSpPr>
      <dsp:spPr>
        <a:xfrm>
          <a:off x="7483487" y="4501247"/>
          <a:ext cx="2796863" cy="621495"/>
        </a:xfrm>
        <a:prstGeom prst="rect">
          <a:avLst/>
        </a:prstGeom>
        <a:gradFill rotWithShape="0">
          <a:gsLst>
            <a:gs pos="0">
              <a:schemeClr val="accent4">
                <a:hueOff val="-4464770"/>
                <a:satOff val="26899"/>
                <a:lumOff val="2156"/>
                <a:alphaOff val="0"/>
                <a:tint val="50000"/>
                <a:satMod val="300000"/>
              </a:schemeClr>
            </a:gs>
            <a:gs pos="35000">
              <a:schemeClr val="accent4">
                <a:hueOff val="-4464770"/>
                <a:satOff val="26899"/>
                <a:lumOff val="2156"/>
                <a:alphaOff val="0"/>
                <a:tint val="37000"/>
                <a:satMod val="300000"/>
              </a:schemeClr>
            </a:gs>
            <a:gs pos="100000">
              <a:schemeClr val="accent4">
                <a:hueOff val="-4464770"/>
                <a:satOff val="26899"/>
                <a:lumOff val="215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419" sz="1600" b="1" kern="1200" dirty="0">
              <a:latin typeface="Times New Roman" panose="02020603050405020304" pitchFamily="18" charset="0"/>
              <a:ea typeface="Aptos" panose="020B0004020202020204" pitchFamily="34" charset="0"/>
              <a:cs typeface="Times New Roman" panose="02020603050405020304" pitchFamily="18" charset="0"/>
            </a:rPr>
            <a:t>Determinar la usabilidad…</a:t>
          </a:r>
          <a:endParaRPr lang="es-419" sz="1600" kern="1200" dirty="0"/>
        </a:p>
      </dsp:txBody>
      <dsp:txXfrm>
        <a:off x="7483487" y="4501247"/>
        <a:ext cx="2796863" cy="621495"/>
      </dsp:txXfrm>
    </dsp:sp>
    <dsp:sp modelId="{9BBF4212-A95E-4B75-B8AE-0721B54F06F0}">
      <dsp:nvSpPr>
        <dsp:cNvPr id="0" name=""/>
        <dsp:cNvSpPr/>
      </dsp:nvSpPr>
      <dsp:spPr>
        <a:xfrm>
          <a:off x="7483487" y="4135615"/>
          <a:ext cx="2796863" cy="3656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endParaRPr lang="es-419" sz="1600" kern="1200" dirty="0"/>
        </a:p>
      </dsp:txBody>
      <dsp:txXfrm>
        <a:off x="7483487" y="4135615"/>
        <a:ext cx="2796863" cy="36563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A14CA8-D673-4E0C-963E-C9D87BB85FB5}">
      <dsp:nvSpPr>
        <dsp:cNvPr id="0" name=""/>
        <dsp:cNvSpPr/>
      </dsp:nvSpPr>
      <dsp:spPr>
        <a:xfrm>
          <a:off x="5722" y="2349304"/>
          <a:ext cx="2602041" cy="1548886"/>
        </a:xfrm>
        <a:prstGeom prst="roundRect">
          <a:avLst>
            <a:gd name="adj" fmla="val 10000"/>
          </a:avLst>
        </a:prstGeom>
        <a:solidFill>
          <a:schemeClr val="accent4">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192024" tIns="192024" rIns="192024" bIns="102870" numCol="1" spcCol="1270" anchor="t" anchorCtr="0">
          <a:noAutofit/>
        </a:bodyPr>
        <a:lstStyle/>
        <a:p>
          <a:pPr marL="0" lvl="0" indent="0" algn="l" defTabSz="1200150">
            <a:lnSpc>
              <a:spcPct val="90000"/>
            </a:lnSpc>
            <a:spcBef>
              <a:spcPct val="0"/>
            </a:spcBef>
            <a:spcAft>
              <a:spcPct val="35000"/>
            </a:spcAft>
            <a:buNone/>
          </a:pPr>
          <a:r>
            <a:rPr lang="es-419" sz="2700" b="1" kern="1200" dirty="0">
              <a:latin typeface="Times New Roman" panose="02020603050405020304" pitchFamily="18" charset="0"/>
              <a:ea typeface="Aptos" panose="020B0004020202020204" pitchFamily="34" charset="0"/>
              <a:cs typeface="Times New Roman" panose="02020603050405020304" pitchFamily="18" charset="0"/>
            </a:rPr>
            <a:t>Tipo de investigación</a:t>
          </a:r>
          <a:endParaRPr lang="es-419" sz="2700" kern="1200" dirty="0"/>
        </a:p>
      </dsp:txBody>
      <dsp:txXfrm>
        <a:off x="5722" y="2349304"/>
        <a:ext cx="2602041" cy="1032591"/>
      </dsp:txXfrm>
    </dsp:sp>
    <dsp:sp modelId="{64E4E6EC-BD3E-41B8-B006-C11AB857865B}">
      <dsp:nvSpPr>
        <dsp:cNvPr id="0" name=""/>
        <dsp:cNvSpPr/>
      </dsp:nvSpPr>
      <dsp:spPr>
        <a:xfrm>
          <a:off x="538671" y="3381895"/>
          <a:ext cx="2602041" cy="2041200"/>
        </a:xfrm>
        <a:prstGeom prst="roundRect">
          <a:avLst>
            <a:gd name="adj" fmla="val 10000"/>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2024" tIns="192024" rIns="192024" bIns="192024" numCol="1" spcCol="1270" anchor="t" anchorCtr="0">
          <a:noAutofit/>
        </a:bodyPr>
        <a:lstStyle/>
        <a:p>
          <a:pPr marL="228600" lvl="1" indent="-228600" algn="l" defTabSz="1200150">
            <a:lnSpc>
              <a:spcPct val="90000"/>
            </a:lnSpc>
            <a:spcBef>
              <a:spcPct val="0"/>
            </a:spcBef>
            <a:spcAft>
              <a:spcPct val="15000"/>
            </a:spcAft>
            <a:buChar char="•"/>
          </a:pPr>
          <a:r>
            <a:rPr lang="es-419" sz="2700" kern="1200" dirty="0">
              <a:latin typeface="Times New Roman" panose="02020603050405020304" pitchFamily="18" charset="0"/>
              <a:ea typeface="Aptos" panose="020B0004020202020204" pitchFamily="34" charset="0"/>
              <a:cs typeface="Times New Roman" panose="02020603050405020304" pitchFamily="18" charset="0"/>
            </a:rPr>
            <a:t>Aplicada y Descriptiva</a:t>
          </a:r>
          <a:endParaRPr lang="es-419" sz="2700" kern="1200" dirty="0"/>
        </a:p>
      </dsp:txBody>
      <dsp:txXfrm>
        <a:off x="598456" y="3441680"/>
        <a:ext cx="2482471" cy="1921630"/>
      </dsp:txXfrm>
    </dsp:sp>
    <dsp:sp modelId="{608AAEA7-74AC-464A-8CF8-D6C6785A48E5}">
      <dsp:nvSpPr>
        <dsp:cNvPr id="0" name=""/>
        <dsp:cNvSpPr/>
      </dsp:nvSpPr>
      <dsp:spPr>
        <a:xfrm>
          <a:off x="3002224" y="2541683"/>
          <a:ext cx="836255" cy="647833"/>
        </a:xfrm>
        <a:prstGeom prst="rightArrow">
          <a:avLst>
            <a:gd name="adj1" fmla="val 60000"/>
            <a:gd name="adj2" fmla="val 50000"/>
          </a:avLst>
        </a:prstGeom>
        <a:solidFill>
          <a:schemeClr val="accent4">
            <a:hueOff val="0"/>
            <a:satOff val="0"/>
            <a:lumOff val="0"/>
            <a:alphaOff val="0"/>
          </a:schemeClr>
        </a:solidFill>
        <a:ln>
          <a:noFill/>
        </a:ln>
        <a:effectLst>
          <a:outerShdw blurRad="40000" dist="20000" dir="5400000" rotWithShape="0">
            <a:srgbClr val="000000">
              <a:alpha val="38000"/>
            </a:srgbClr>
          </a:outerShdw>
        </a:effectLst>
      </dsp:spPr>
      <dsp:style>
        <a:lnRef idx="0">
          <a:scrgbClr r="0" g="0" b="0"/>
        </a:lnRef>
        <a:fillRef idx="1">
          <a:scrgbClr r="0" g="0" b="0"/>
        </a:fillRef>
        <a:effectRef idx="1">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419" sz="2200" kern="1200"/>
        </a:p>
      </dsp:txBody>
      <dsp:txXfrm>
        <a:off x="3002224" y="2671250"/>
        <a:ext cx="641905" cy="388699"/>
      </dsp:txXfrm>
    </dsp:sp>
    <dsp:sp modelId="{55719480-70B2-4832-8A09-97CD613DCD6A}">
      <dsp:nvSpPr>
        <dsp:cNvPr id="0" name=""/>
        <dsp:cNvSpPr/>
      </dsp:nvSpPr>
      <dsp:spPr>
        <a:xfrm>
          <a:off x="4185604" y="2349304"/>
          <a:ext cx="2602041" cy="1548886"/>
        </a:xfrm>
        <a:prstGeom prst="roundRect">
          <a:avLst>
            <a:gd name="adj" fmla="val 10000"/>
          </a:avLst>
        </a:prstGeom>
        <a:solidFill>
          <a:schemeClr val="accent4">
            <a:hueOff val="-2232385"/>
            <a:satOff val="13449"/>
            <a:lumOff val="1078"/>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192024" tIns="192024" rIns="192024" bIns="102870" numCol="1" spcCol="1270" anchor="t" anchorCtr="0">
          <a:noAutofit/>
        </a:bodyPr>
        <a:lstStyle/>
        <a:p>
          <a:pPr marL="0" lvl="0" indent="0" algn="l" defTabSz="1200150">
            <a:lnSpc>
              <a:spcPct val="90000"/>
            </a:lnSpc>
            <a:spcBef>
              <a:spcPct val="0"/>
            </a:spcBef>
            <a:spcAft>
              <a:spcPct val="35000"/>
            </a:spcAft>
            <a:buNone/>
          </a:pPr>
          <a:r>
            <a:rPr lang="es-419" sz="2700" b="1" kern="1200" dirty="0">
              <a:latin typeface="Times New Roman" panose="02020603050405020304" pitchFamily="18" charset="0"/>
              <a:ea typeface="Aptos" panose="020B0004020202020204" pitchFamily="34" charset="0"/>
              <a:cs typeface="Times New Roman" panose="02020603050405020304" pitchFamily="18" charset="0"/>
            </a:rPr>
            <a:t>Método de investigación</a:t>
          </a:r>
          <a:endParaRPr lang="es-419" sz="2700" kern="1200" dirty="0"/>
        </a:p>
      </dsp:txBody>
      <dsp:txXfrm>
        <a:off x="4185604" y="2349304"/>
        <a:ext cx="2602041" cy="1032591"/>
      </dsp:txXfrm>
    </dsp:sp>
    <dsp:sp modelId="{2BC7285D-3C0C-476B-9DD3-3A94964966AF}">
      <dsp:nvSpPr>
        <dsp:cNvPr id="0" name=""/>
        <dsp:cNvSpPr/>
      </dsp:nvSpPr>
      <dsp:spPr>
        <a:xfrm>
          <a:off x="4718553" y="3381895"/>
          <a:ext cx="2602041" cy="2041200"/>
        </a:xfrm>
        <a:prstGeom prst="roundRect">
          <a:avLst>
            <a:gd name="adj" fmla="val 10000"/>
          </a:avLst>
        </a:prstGeom>
        <a:solidFill>
          <a:schemeClr val="lt1">
            <a:alpha val="90000"/>
            <a:hueOff val="0"/>
            <a:satOff val="0"/>
            <a:lumOff val="0"/>
            <a:alphaOff val="0"/>
          </a:schemeClr>
        </a:solidFill>
        <a:ln w="25400" cap="flat" cmpd="sng" algn="ctr">
          <a:solidFill>
            <a:schemeClr val="accent4">
              <a:hueOff val="-2232385"/>
              <a:satOff val="13449"/>
              <a:lumOff val="107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2024" tIns="192024" rIns="192024" bIns="192024" numCol="1" spcCol="1270" anchor="t" anchorCtr="0">
          <a:noAutofit/>
        </a:bodyPr>
        <a:lstStyle/>
        <a:p>
          <a:pPr marL="228600" lvl="1" indent="-228600" algn="l" defTabSz="1200150">
            <a:lnSpc>
              <a:spcPct val="90000"/>
            </a:lnSpc>
            <a:spcBef>
              <a:spcPct val="0"/>
            </a:spcBef>
            <a:spcAft>
              <a:spcPct val="15000"/>
            </a:spcAft>
            <a:buChar char="•"/>
          </a:pPr>
          <a:r>
            <a:rPr lang="es-419" sz="2700" kern="1200" dirty="0">
              <a:latin typeface="Times New Roman" panose="02020603050405020304" pitchFamily="18" charset="0"/>
              <a:ea typeface="Aptos" panose="020B0004020202020204" pitchFamily="34" charset="0"/>
              <a:cs typeface="Times New Roman" panose="02020603050405020304" pitchFamily="18" charset="0"/>
            </a:rPr>
            <a:t>Método Analítico-Sintético</a:t>
          </a:r>
          <a:endParaRPr lang="es-419" sz="2700" kern="1200" dirty="0"/>
        </a:p>
        <a:p>
          <a:pPr marL="228600" lvl="1" indent="-228600" algn="l" defTabSz="1200150">
            <a:lnSpc>
              <a:spcPct val="90000"/>
            </a:lnSpc>
            <a:spcBef>
              <a:spcPct val="0"/>
            </a:spcBef>
            <a:spcAft>
              <a:spcPct val="15000"/>
            </a:spcAft>
            <a:buChar char="•"/>
          </a:pPr>
          <a:r>
            <a:rPr lang="es-EC" sz="2700" kern="1200">
              <a:latin typeface="Times New Roman" panose="02020603050405020304" pitchFamily="18" charset="0"/>
              <a:ea typeface="Aptos" panose="020B0004020202020204" pitchFamily="34" charset="0"/>
              <a:cs typeface="Times New Roman" panose="02020603050405020304" pitchFamily="18" charset="0"/>
            </a:rPr>
            <a:t>Deductivo</a:t>
          </a:r>
          <a:endParaRPr lang="es-EC" sz="2700" kern="1200" dirty="0">
            <a:latin typeface="Times New Roman" panose="02020603050405020304" pitchFamily="18" charset="0"/>
            <a:ea typeface="Aptos" panose="020B0004020202020204" pitchFamily="34" charset="0"/>
            <a:cs typeface="Times New Roman" panose="02020603050405020304" pitchFamily="18" charset="0"/>
          </a:endParaRPr>
        </a:p>
      </dsp:txBody>
      <dsp:txXfrm>
        <a:off x="4778338" y="3441680"/>
        <a:ext cx="2482471" cy="1921630"/>
      </dsp:txXfrm>
    </dsp:sp>
    <dsp:sp modelId="{5838DCFB-EF42-4890-83BE-F83658D4CAF0}">
      <dsp:nvSpPr>
        <dsp:cNvPr id="0" name=""/>
        <dsp:cNvSpPr/>
      </dsp:nvSpPr>
      <dsp:spPr>
        <a:xfrm>
          <a:off x="7182106" y="2541683"/>
          <a:ext cx="836255" cy="647833"/>
        </a:xfrm>
        <a:prstGeom prst="rightArrow">
          <a:avLst>
            <a:gd name="adj1" fmla="val 60000"/>
            <a:gd name="adj2" fmla="val 50000"/>
          </a:avLst>
        </a:prstGeom>
        <a:solidFill>
          <a:schemeClr val="accent4">
            <a:hueOff val="-4464770"/>
            <a:satOff val="26899"/>
            <a:lumOff val="2156"/>
            <a:alphaOff val="0"/>
          </a:schemeClr>
        </a:solidFill>
        <a:ln>
          <a:noFill/>
        </a:ln>
        <a:effectLst>
          <a:outerShdw blurRad="40000" dist="20000" dir="5400000" rotWithShape="0">
            <a:srgbClr val="000000">
              <a:alpha val="38000"/>
            </a:srgbClr>
          </a:outerShdw>
        </a:effectLst>
      </dsp:spPr>
      <dsp:style>
        <a:lnRef idx="0">
          <a:scrgbClr r="0" g="0" b="0"/>
        </a:lnRef>
        <a:fillRef idx="1">
          <a:scrgbClr r="0" g="0" b="0"/>
        </a:fillRef>
        <a:effectRef idx="1">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419" sz="2200" kern="1200"/>
        </a:p>
      </dsp:txBody>
      <dsp:txXfrm>
        <a:off x="7182106" y="2671250"/>
        <a:ext cx="641905" cy="388699"/>
      </dsp:txXfrm>
    </dsp:sp>
    <dsp:sp modelId="{8C2EC6B9-954E-4297-8964-CCCB09CBAF9E}">
      <dsp:nvSpPr>
        <dsp:cNvPr id="0" name=""/>
        <dsp:cNvSpPr/>
      </dsp:nvSpPr>
      <dsp:spPr>
        <a:xfrm>
          <a:off x="8365487" y="2349304"/>
          <a:ext cx="2602041" cy="1548886"/>
        </a:xfrm>
        <a:prstGeom prst="roundRect">
          <a:avLst>
            <a:gd name="adj" fmla="val 10000"/>
          </a:avLst>
        </a:prstGeom>
        <a:solidFill>
          <a:schemeClr val="accent4">
            <a:hueOff val="-4464770"/>
            <a:satOff val="26899"/>
            <a:lumOff val="2156"/>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192024" tIns="192024" rIns="192024" bIns="102870" numCol="1" spcCol="1270" anchor="t" anchorCtr="0">
          <a:noAutofit/>
        </a:bodyPr>
        <a:lstStyle/>
        <a:p>
          <a:pPr marL="0" lvl="0" indent="0" algn="l" defTabSz="1200150">
            <a:lnSpc>
              <a:spcPct val="90000"/>
            </a:lnSpc>
            <a:spcBef>
              <a:spcPct val="0"/>
            </a:spcBef>
            <a:spcAft>
              <a:spcPct val="35000"/>
            </a:spcAft>
            <a:buNone/>
          </a:pPr>
          <a:r>
            <a:rPr lang="es-419" sz="2700" b="1" kern="1200" dirty="0">
              <a:latin typeface="Times New Roman" panose="02020603050405020304" pitchFamily="18" charset="0"/>
              <a:ea typeface="Aptos" panose="020B0004020202020204" pitchFamily="34" charset="0"/>
              <a:cs typeface="Times New Roman" panose="02020603050405020304" pitchFamily="18" charset="0"/>
            </a:rPr>
            <a:t>Diseño de investigación</a:t>
          </a:r>
          <a:endParaRPr lang="es-419" sz="2700" kern="1200" dirty="0"/>
        </a:p>
      </dsp:txBody>
      <dsp:txXfrm>
        <a:off x="8365487" y="2349304"/>
        <a:ext cx="2602041" cy="1032591"/>
      </dsp:txXfrm>
    </dsp:sp>
    <dsp:sp modelId="{98CFC16C-289C-4C01-89BC-0FB7084102BB}">
      <dsp:nvSpPr>
        <dsp:cNvPr id="0" name=""/>
        <dsp:cNvSpPr/>
      </dsp:nvSpPr>
      <dsp:spPr>
        <a:xfrm>
          <a:off x="8898435" y="3381895"/>
          <a:ext cx="2602041" cy="2041200"/>
        </a:xfrm>
        <a:prstGeom prst="roundRect">
          <a:avLst>
            <a:gd name="adj" fmla="val 10000"/>
          </a:avLst>
        </a:prstGeom>
        <a:solidFill>
          <a:schemeClr val="lt1">
            <a:alpha val="90000"/>
            <a:hueOff val="0"/>
            <a:satOff val="0"/>
            <a:lumOff val="0"/>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2024" tIns="192024" rIns="192024" bIns="192024" numCol="1" spcCol="1270" anchor="t" anchorCtr="0">
          <a:noAutofit/>
        </a:bodyPr>
        <a:lstStyle/>
        <a:p>
          <a:pPr marL="228600" lvl="1" indent="-228600" algn="l" defTabSz="1200150">
            <a:lnSpc>
              <a:spcPct val="90000"/>
            </a:lnSpc>
            <a:spcBef>
              <a:spcPct val="0"/>
            </a:spcBef>
            <a:spcAft>
              <a:spcPct val="15000"/>
            </a:spcAft>
            <a:buChar char="•"/>
          </a:pPr>
          <a:r>
            <a:rPr lang="es-419" sz="2700" kern="1200" dirty="0">
              <a:latin typeface="Times New Roman" panose="02020603050405020304" pitchFamily="18" charset="0"/>
              <a:ea typeface="Aptos" panose="020B0004020202020204" pitchFamily="34" charset="0"/>
              <a:cs typeface="Times New Roman" panose="02020603050405020304" pitchFamily="18" charset="0"/>
            </a:rPr>
            <a:t>No Experimental</a:t>
          </a:r>
          <a:endParaRPr lang="es-419" sz="2700" kern="1200" dirty="0"/>
        </a:p>
        <a:p>
          <a:pPr marL="228600" lvl="1" indent="-228600" algn="l" defTabSz="1200150">
            <a:lnSpc>
              <a:spcPct val="90000"/>
            </a:lnSpc>
            <a:spcBef>
              <a:spcPct val="0"/>
            </a:spcBef>
            <a:spcAft>
              <a:spcPct val="15000"/>
            </a:spcAft>
            <a:buChar char="•"/>
          </a:pPr>
          <a:r>
            <a:rPr lang="es-EC" sz="2700" kern="1200">
              <a:latin typeface="Times New Roman" panose="02020603050405020304" pitchFamily="18" charset="0"/>
              <a:ea typeface="Aptos" panose="020B0004020202020204" pitchFamily="34" charset="0"/>
              <a:cs typeface="Times New Roman" panose="02020603050405020304" pitchFamily="18" charset="0"/>
            </a:rPr>
            <a:t>Transversal</a:t>
          </a:r>
          <a:endParaRPr lang="es-EC" sz="2700" kern="1200" dirty="0">
            <a:latin typeface="Times New Roman" panose="02020603050405020304" pitchFamily="18" charset="0"/>
            <a:ea typeface="Aptos" panose="020B0004020202020204" pitchFamily="34" charset="0"/>
            <a:cs typeface="Times New Roman" panose="02020603050405020304" pitchFamily="18" charset="0"/>
          </a:endParaRPr>
        </a:p>
      </dsp:txBody>
      <dsp:txXfrm>
        <a:off x="8958220" y="3441680"/>
        <a:ext cx="2482471" cy="1921630"/>
      </dsp:txXfrm>
    </dsp:sp>
  </dsp:spTree>
</dsp:drawing>
</file>

<file path=ppt/diagrams/layout1.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3200" b="1" i="0">
                <a:solidFill>
                  <a:schemeClr val="tx1"/>
                </a:solidFill>
                <a:latin typeface="Verdana"/>
                <a:cs typeface="Verdana"/>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1600" b="0" i="0">
                <a:solidFill>
                  <a:schemeClr val="tx1"/>
                </a:solidFill>
                <a:latin typeface="Verdana"/>
                <a:cs typeface="Verdana"/>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sz="1600" b="0" i="0">
                <a:solidFill>
                  <a:schemeClr val="tx1"/>
                </a:solidFill>
                <a:latin typeface="Verdana"/>
                <a:cs typeface="Verdana"/>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Verdana"/>
                <a:cs typeface="Verdana"/>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70059" y="0"/>
            <a:ext cx="1219200" cy="6858000"/>
          </a:xfrm>
          <a:custGeom>
            <a:avLst/>
            <a:gdLst/>
            <a:ahLst/>
            <a:cxnLst/>
            <a:rect l="l" t="t" r="r" b="b"/>
            <a:pathLst>
              <a:path w="1219200" h="6858000">
                <a:moveTo>
                  <a:pt x="0" y="0"/>
                </a:moveTo>
                <a:lnTo>
                  <a:pt x="1219200" y="6857999"/>
                </a:lnTo>
              </a:path>
            </a:pathLst>
          </a:custGeom>
          <a:ln w="9525">
            <a:solidFill>
              <a:srgbClr val="BEBEBE"/>
            </a:solidFill>
          </a:ln>
        </p:spPr>
        <p:txBody>
          <a:bodyPr wrap="square" lIns="0" tIns="0" rIns="0" bIns="0" rtlCol="0"/>
          <a:lstStyle/>
          <a:p>
            <a:endParaRPr/>
          </a:p>
        </p:txBody>
      </p:sp>
      <p:sp>
        <p:nvSpPr>
          <p:cNvPr id="17" name="bg object 17"/>
          <p:cNvSpPr/>
          <p:nvPr/>
        </p:nvSpPr>
        <p:spPr>
          <a:xfrm>
            <a:off x="7424419" y="3680459"/>
            <a:ext cx="4765040" cy="3177540"/>
          </a:xfrm>
          <a:custGeom>
            <a:avLst/>
            <a:gdLst/>
            <a:ahLst/>
            <a:cxnLst/>
            <a:rect l="l" t="t" r="r" b="b"/>
            <a:pathLst>
              <a:path w="4765040" h="3177540">
                <a:moveTo>
                  <a:pt x="4764785" y="0"/>
                </a:moveTo>
                <a:lnTo>
                  <a:pt x="0" y="3177222"/>
                </a:lnTo>
              </a:path>
            </a:pathLst>
          </a:custGeom>
          <a:ln w="9525">
            <a:solidFill>
              <a:srgbClr val="D9D9D9"/>
            </a:solidFill>
          </a:ln>
        </p:spPr>
        <p:txBody>
          <a:bodyPr wrap="square" lIns="0" tIns="0" rIns="0" bIns="0" rtlCol="0"/>
          <a:lstStyle/>
          <a:p>
            <a:endParaRPr/>
          </a:p>
        </p:txBody>
      </p:sp>
      <p:sp>
        <p:nvSpPr>
          <p:cNvPr id="18" name="bg object 18"/>
          <p:cNvSpPr/>
          <p:nvPr/>
        </p:nvSpPr>
        <p:spPr>
          <a:xfrm>
            <a:off x="9182099" y="0"/>
            <a:ext cx="3007360" cy="6858000"/>
          </a:xfrm>
          <a:custGeom>
            <a:avLst/>
            <a:gdLst/>
            <a:ahLst/>
            <a:cxnLst/>
            <a:rect l="l" t="t" r="r" b="b"/>
            <a:pathLst>
              <a:path w="3007359" h="6858000">
                <a:moveTo>
                  <a:pt x="3007359" y="0"/>
                </a:moveTo>
                <a:lnTo>
                  <a:pt x="2043049" y="0"/>
                </a:lnTo>
                <a:lnTo>
                  <a:pt x="0" y="6857998"/>
                </a:lnTo>
                <a:lnTo>
                  <a:pt x="3007359" y="6857998"/>
                </a:lnTo>
                <a:lnTo>
                  <a:pt x="3007359" y="0"/>
                </a:lnTo>
                <a:close/>
              </a:path>
            </a:pathLst>
          </a:custGeom>
          <a:solidFill>
            <a:srgbClr val="90C225">
              <a:alpha val="30195"/>
            </a:srgbClr>
          </a:solidFill>
        </p:spPr>
        <p:txBody>
          <a:bodyPr wrap="square" lIns="0" tIns="0" rIns="0" bIns="0" rtlCol="0"/>
          <a:lstStyle/>
          <a:p>
            <a:endParaRPr/>
          </a:p>
        </p:txBody>
      </p:sp>
      <p:sp>
        <p:nvSpPr>
          <p:cNvPr id="19" name="bg object 19"/>
          <p:cNvSpPr/>
          <p:nvPr/>
        </p:nvSpPr>
        <p:spPr>
          <a:xfrm>
            <a:off x="9603739" y="0"/>
            <a:ext cx="2588260" cy="6858000"/>
          </a:xfrm>
          <a:custGeom>
            <a:avLst/>
            <a:gdLst/>
            <a:ahLst/>
            <a:cxnLst/>
            <a:rect l="l" t="t" r="r" b="b"/>
            <a:pathLst>
              <a:path w="2588259" h="6858000">
                <a:moveTo>
                  <a:pt x="2587752" y="0"/>
                </a:moveTo>
                <a:lnTo>
                  <a:pt x="0" y="0"/>
                </a:lnTo>
                <a:lnTo>
                  <a:pt x="1208277" y="6857998"/>
                </a:lnTo>
                <a:lnTo>
                  <a:pt x="2587752" y="6857998"/>
                </a:lnTo>
                <a:lnTo>
                  <a:pt x="2587752" y="0"/>
                </a:lnTo>
                <a:close/>
              </a:path>
            </a:pathLst>
          </a:custGeom>
          <a:solidFill>
            <a:srgbClr val="90C225">
              <a:alpha val="19999"/>
            </a:srgbClr>
          </a:solidFill>
        </p:spPr>
        <p:txBody>
          <a:bodyPr wrap="square" lIns="0" tIns="0" rIns="0" bIns="0" rtlCol="0"/>
          <a:lstStyle/>
          <a:p>
            <a:endParaRPr/>
          </a:p>
        </p:txBody>
      </p:sp>
      <p:sp>
        <p:nvSpPr>
          <p:cNvPr id="20" name="bg object 20"/>
          <p:cNvSpPr/>
          <p:nvPr/>
        </p:nvSpPr>
        <p:spPr>
          <a:xfrm>
            <a:off x="8933179" y="3048000"/>
            <a:ext cx="3258820" cy="3810000"/>
          </a:xfrm>
          <a:custGeom>
            <a:avLst/>
            <a:gdLst/>
            <a:ahLst/>
            <a:cxnLst/>
            <a:rect l="l" t="t" r="r" b="b"/>
            <a:pathLst>
              <a:path w="3258820" h="3810000">
                <a:moveTo>
                  <a:pt x="3258439" y="0"/>
                </a:moveTo>
                <a:lnTo>
                  <a:pt x="0" y="3809998"/>
                </a:lnTo>
                <a:lnTo>
                  <a:pt x="3258439" y="3809998"/>
                </a:lnTo>
                <a:lnTo>
                  <a:pt x="3258439" y="0"/>
                </a:lnTo>
                <a:close/>
              </a:path>
            </a:pathLst>
          </a:custGeom>
          <a:solidFill>
            <a:srgbClr val="539F20">
              <a:alpha val="72155"/>
            </a:srgbClr>
          </a:solidFill>
        </p:spPr>
        <p:txBody>
          <a:bodyPr wrap="square" lIns="0" tIns="0" rIns="0" bIns="0" rtlCol="0"/>
          <a:lstStyle/>
          <a:p>
            <a:endParaRPr/>
          </a:p>
        </p:txBody>
      </p:sp>
      <p:sp>
        <p:nvSpPr>
          <p:cNvPr id="21" name="bg object 21"/>
          <p:cNvSpPr/>
          <p:nvPr/>
        </p:nvSpPr>
        <p:spPr>
          <a:xfrm>
            <a:off x="9337039" y="0"/>
            <a:ext cx="2852420" cy="6858000"/>
          </a:xfrm>
          <a:custGeom>
            <a:avLst/>
            <a:gdLst/>
            <a:ahLst/>
            <a:cxnLst/>
            <a:rect l="l" t="t" r="r" b="b"/>
            <a:pathLst>
              <a:path w="2852420" h="6858000">
                <a:moveTo>
                  <a:pt x="2851911" y="0"/>
                </a:moveTo>
                <a:lnTo>
                  <a:pt x="0" y="0"/>
                </a:lnTo>
                <a:lnTo>
                  <a:pt x="2468244" y="6857998"/>
                </a:lnTo>
                <a:lnTo>
                  <a:pt x="2851911" y="6857998"/>
                </a:lnTo>
                <a:lnTo>
                  <a:pt x="2851911" y="0"/>
                </a:lnTo>
                <a:close/>
              </a:path>
            </a:pathLst>
          </a:custGeom>
          <a:solidFill>
            <a:srgbClr val="3E7818">
              <a:alpha val="70195"/>
            </a:srgbClr>
          </a:solidFill>
        </p:spPr>
        <p:txBody>
          <a:bodyPr wrap="square" lIns="0" tIns="0" rIns="0" bIns="0" rtlCol="0"/>
          <a:lstStyle/>
          <a:p>
            <a:endParaRPr/>
          </a:p>
        </p:txBody>
      </p:sp>
      <p:sp>
        <p:nvSpPr>
          <p:cNvPr id="22" name="bg object 22"/>
          <p:cNvSpPr/>
          <p:nvPr/>
        </p:nvSpPr>
        <p:spPr>
          <a:xfrm>
            <a:off x="10899139" y="0"/>
            <a:ext cx="1290320" cy="6858000"/>
          </a:xfrm>
          <a:custGeom>
            <a:avLst/>
            <a:gdLst/>
            <a:ahLst/>
            <a:cxnLst/>
            <a:rect l="l" t="t" r="r" b="b"/>
            <a:pathLst>
              <a:path w="1290320" h="6858000">
                <a:moveTo>
                  <a:pt x="1290065" y="0"/>
                </a:moveTo>
                <a:lnTo>
                  <a:pt x="1018539" y="0"/>
                </a:lnTo>
                <a:lnTo>
                  <a:pt x="0" y="6857998"/>
                </a:lnTo>
                <a:lnTo>
                  <a:pt x="1290065" y="6857998"/>
                </a:lnTo>
                <a:lnTo>
                  <a:pt x="1290065" y="0"/>
                </a:lnTo>
                <a:close/>
              </a:path>
            </a:pathLst>
          </a:custGeom>
          <a:solidFill>
            <a:srgbClr val="C0E374">
              <a:alpha val="70195"/>
            </a:srgbClr>
          </a:solidFill>
        </p:spPr>
        <p:txBody>
          <a:bodyPr wrap="square" lIns="0" tIns="0" rIns="0" bIns="0" rtlCol="0"/>
          <a:lstStyle/>
          <a:p>
            <a:endParaRPr/>
          </a:p>
        </p:txBody>
      </p:sp>
      <p:sp>
        <p:nvSpPr>
          <p:cNvPr id="23" name="bg object 23"/>
          <p:cNvSpPr/>
          <p:nvPr/>
        </p:nvSpPr>
        <p:spPr>
          <a:xfrm>
            <a:off x="10939779" y="0"/>
            <a:ext cx="1249045" cy="6858000"/>
          </a:xfrm>
          <a:custGeom>
            <a:avLst/>
            <a:gdLst/>
            <a:ahLst/>
            <a:cxnLst/>
            <a:rect l="l" t="t" r="r" b="b"/>
            <a:pathLst>
              <a:path w="1249045" h="6858000">
                <a:moveTo>
                  <a:pt x="1249045" y="0"/>
                </a:moveTo>
                <a:lnTo>
                  <a:pt x="0" y="0"/>
                </a:lnTo>
                <a:lnTo>
                  <a:pt x="1108583" y="6857998"/>
                </a:lnTo>
                <a:lnTo>
                  <a:pt x="1249045" y="6857998"/>
                </a:lnTo>
                <a:lnTo>
                  <a:pt x="1249045" y="0"/>
                </a:lnTo>
                <a:close/>
              </a:path>
            </a:pathLst>
          </a:custGeom>
          <a:solidFill>
            <a:srgbClr val="90C225">
              <a:alpha val="65097"/>
            </a:srgbClr>
          </a:solidFill>
        </p:spPr>
        <p:txBody>
          <a:bodyPr wrap="square" lIns="0" tIns="0" rIns="0" bIns="0" rtlCol="0"/>
          <a:lstStyle/>
          <a:p>
            <a:endParaRPr/>
          </a:p>
        </p:txBody>
      </p:sp>
      <p:sp>
        <p:nvSpPr>
          <p:cNvPr id="24" name="bg object 24"/>
          <p:cNvSpPr/>
          <p:nvPr/>
        </p:nvSpPr>
        <p:spPr>
          <a:xfrm>
            <a:off x="10370819" y="3589020"/>
            <a:ext cx="1818639" cy="3268979"/>
          </a:xfrm>
          <a:custGeom>
            <a:avLst/>
            <a:gdLst/>
            <a:ahLst/>
            <a:cxnLst/>
            <a:rect l="l" t="t" r="r" b="b"/>
            <a:pathLst>
              <a:path w="1818640" h="3268979">
                <a:moveTo>
                  <a:pt x="1818385" y="0"/>
                </a:moveTo>
                <a:lnTo>
                  <a:pt x="0" y="3268766"/>
                </a:lnTo>
                <a:lnTo>
                  <a:pt x="1818385" y="3268766"/>
                </a:lnTo>
                <a:lnTo>
                  <a:pt x="1818385" y="0"/>
                </a:lnTo>
                <a:close/>
              </a:path>
            </a:pathLst>
          </a:custGeom>
          <a:solidFill>
            <a:srgbClr val="90C225">
              <a:alpha val="79998"/>
            </a:srgbClr>
          </a:solidFill>
        </p:spPr>
        <p:txBody>
          <a:bodyPr wrap="square" lIns="0" tIns="0" rIns="0" bIns="0" rtlCol="0"/>
          <a:lstStyle/>
          <a:p>
            <a:endParaRPr/>
          </a:p>
        </p:txBody>
      </p:sp>
      <p:sp>
        <p:nvSpPr>
          <p:cNvPr id="25" name="bg object 25"/>
          <p:cNvSpPr/>
          <p:nvPr/>
        </p:nvSpPr>
        <p:spPr>
          <a:xfrm>
            <a:off x="0" y="4013200"/>
            <a:ext cx="449580" cy="2844800"/>
          </a:xfrm>
          <a:custGeom>
            <a:avLst/>
            <a:gdLst/>
            <a:ahLst/>
            <a:cxnLst/>
            <a:rect l="l" t="t" r="r" b="b"/>
            <a:pathLst>
              <a:path w="449580" h="2844800">
                <a:moveTo>
                  <a:pt x="0" y="0"/>
                </a:moveTo>
                <a:lnTo>
                  <a:pt x="0" y="2844798"/>
                </a:lnTo>
                <a:lnTo>
                  <a:pt x="449364" y="2844798"/>
                </a:lnTo>
                <a:lnTo>
                  <a:pt x="0" y="0"/>
                </a:lnTo>
                <a:close/>
              </a:path>
            </a:pathLst>
          </a:custGeom>
          <a:solidFill>
            <a:srgbClr val="90C225">
              <a:alpha val="85096"/>
            </a:srgbClr>
          </a:solidFill>
        </p:spPr>
        <p:txBody>
          <a:bodyPr wrap="square" lIns="0" tIns="0" rIns="0" bIns="0" rtlCol="0"/>
          <a:lstStyle/>
          <a:p>
            <a:endParaRPr/>
          </a:p>
        </p:txBody>
      </p:sp>
      <p:sp>
        <p:nvSpPr>
          <p:cNvPr id="26" name="bg object 26"/>
          <p:cNvSpPr/>
          <p:nvPr/>
        </p:nvSpPr>
        <p:spPr>
          <a:xfrm>
            <a:off x="927100" y="1069339"/>
            <a:ext cx="8338820" cy="0"/>
          </a:xfrm>
          <a:custGeom>
            <a:avLst/>
            <a:gdLst/>
            <a:ahLst/>
            <a:cxnLst/>
            <a:rect l="l" t="t" r="r" b="b"/>
            <a:pathLst>
              <a:path w="8338820">
                <a:moveTo>
                  <a:pt x="0" y="0"/>
                </a:moveTo>
                <a:lnTo>
                  <a:pt x="8338566" y="0"/>
                </a:lnTo>
              </a:path>
            </a:pathLst>
          </a:custGeom>
          <a:ln w="19050">
            <a:solidFill>
              <a:srgbClr val="90C225"/>
            </a:solidFill>
          </a:ln>
        </p:spPr>
        <p:txBody>
          <a:bodyPr wrap="square" lIns="0" tIns="0" rIns="0" bIns="0" rtlCol="0"/>
          <a:lstStyle/>
          <a:p>
            <a:endParaRPr/>
          </a:p>
        </p:txBody>
      </p:sp>
      <p:pic>
        <p:nvPicPr>
          <p:cNvPr id="27" name="bg object 27"/>
          <p:cNvPicPr/>
          <p:nvPr/>
        </p:nvPicPr>
        <p:blipFill>
          <a:blip r:embed="rId2" cstate="print"/>
          <a:stretch>
            <a:fillRect/>
          </a:stretch>
        </p:blipFill>
        <p:spPr>
          <a:xfrm>
            <a:off x="10177780" y="220979"/>
            <a:ext cx="1849120" cy="2184400"/>
          </a:xfrm>
          <a:prstGeom prst="rect">
            <a:avLst/>
          </a:prstGeom>
        </p:spPr>
      </p:pic>
      <p:pic>
        <p:nvPicPr>
          <p:cNvPr id="28" name="bg object 28"/>
          <p:cNvPicPr/>
          <p:nvPr/>
        </p:nvPicPr>
        <p:blipFill>
          <a:blip r:embed="rId3" cstate="print"/>
          <a:stretch>
            <a:fillRect/>
          </a:stretch>
        </p:blipFill>
        <p:spPr>
          <a:xfrm>
            <a:off x="731519" y="1828800"/>
            <a:ext cx="2098040" cy="1219200"/>
          </a:xfrm>
          <a:prstGeom prst="rect">
            <a:avLst/>
          </a:prstGeom>
        </p:spPr>
      </p:pic>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1_Blank">
    <p:bg>
      <p:bgPr>
        <a:solidFill>
          <a:srgbClr val="FFFFFF"/>
        </a:solidFill>
        <a:effectLst/>
      </p:bgPr>
    </p:bg>
    <p:spTree>
      <p:nvGrpSpPr>
        <p:cNvPr id="1" name="Shape 49"/>
        <p:cNvGrpSpPr/>
        <p:nvPr/>
      </p:nvGrpSpPr>
      <p:grpSpPr>
        <a:xfrm>
          <a:off x="0" y="0"/>
          <a:ext cx="0" cy="0"/>
          <a:chOff x="0" y="0"/>
          <a:chExt cx="0" cy="0"/>
        </a:xfrm>
      </p:grpSpPr>
    </p:spTree>
    <p:extLst>
      <p:ext uri="{BB962C8B-B14F-4D97-AF65-F5344CB8AC3E}">
        <p14:creationId xmlns:p14="http://schemas.microsoft.com/office/powerpoint/2010/main" val="2149350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70059" y="0"/>
            <a:ext cx="1219200" cy="6858000"/>
          </a:xfrm>
          <a:custGeom>
            <a:avLst/>
            <a:gdLst/>
            <a:ahLst/>
            <a:cxnLst/>
            <a:rect l="l" t="t" r="r" b="b"/>
            <a:pathLst>
              <a:path w="1219200" h="6858000">
                <a:moveTo>
                  <a:pt x="0" y="0"/>
                </a:moveTo>
                <a:lnTo>
                  <a:pt x="1219200" y="6857999"/>
                </a:lnTo>
              </a:path>
            </a:pathLst>
          </a:custGeom>
          <a:ln w="9525">
            <a:solidFill>
              <a:srgbClr val="BEBEBE"/>
            </a:solidFill>
          </a:ln>
        </p:spPr>
        <p:txBody>
          <a:bodyPr wrap="square" lIns="0" tIns="0" rIns="0" bIns="0" rtlCol="0"/>
          <a:lstStyle/>
          <a:p>
            <a:endParaRPr/>
          </a:p>
        </p:txBody>
      </p:sp>
      <p:sp>
        <p:nvSpPr>
          <p:cNvPr id="17" name="bg object 17"/>
          <p:cNvSpPr/>
          <p:nvPr/>
        </p:nvSpPr>
        <p:spPr>
          <a:xfrm>
            <a:off x="7424419" y="3680459"/>
            <a:ext cx="4765040" cy="3177540"/>
          </a:xfrm>
          <a:custGeom>
            <a:avLst/>
            <a:gdLst/>
            <a:ahLst/>
            <a:cxnLst/>
            <a:rect l="l" t="t" r="r" b="b"/>
            <a:pathLst>
              <a:path w="4765040" h="3177540">
                <a:moveTo>
                  <a:pt x="4764785" y="0"/>
                </a:moveTo>
                <a:lnTo>
                  <a:pt x="0" y="3177222"/>
                </a:lnTo>
              </a:path>
            </a:pathLst>
          </a:custGeom>
          <a:ln w="9525">
            <a:solidFill>
              <a:srgbClr val="D9D9D9"/>
            </a:solidFill>
          </a:ln>
        </p:spPr>
        <p:txBody>
          <a:bodyPr wrap="square" lIns="0" tIns="0" rIns="0" bIns="0" rtlCol="0"/>
          <a:lstStyle/>
          <a:p>
            <a:endParaRPr/>
          </a:p>
        </p:txBody>
      </p:sp>
      <p:sp>
        <p:nvSpPr>
          <p:cNvPr id="18" name="bg object 18"/>
          <p:cNvSpPr/>
          <p:nvPr/>
        </p:nvSpPr>
        <p:spPr>
          <a:xfrm>
            <a:off x="9182099" y="0"/>
            <a:ext cx="3007360" cy="6858000"/>
          </a:xfrm>
          <a:custGeom>
            <a:avLst/>
            <a:gdLst/>
            <a:ahLst/>
            <a:cxnLst/>
            <a:rect l="l" t="t" r="r" b="b"/>
            <a:pathLst>
              <a:path w="3007359" h="6858000">
                <a:moveTo>
                  <a:pt x="3007359" y="0"/>
                </a:moveTo>
                <a:lnTo>
                  <a:pt x="2043049" y="0"/>
                </a:lnTo>
                <a:lnTo>
                  <a:pt x="0" y="6857998"/>
                </a:lnTo>
                <a:lnTo>
                  <a:pt x="3007359" y="6857998"/>
                </a:lnTo>
                <a:lnTo>
                  <a:pt x="3007359" y="0"/>
                </a:lnTo>
                <a:close/>
              </a:path>
            </a:pathLst>
          </a:custGeom>
          <a:solidFill>
            <a:srgbClr val="90C225">
              <a:alpha val="30195"/>
            </a:srgbClr>
          </a:solidFill>
        </p:spPr>
        <p:txBody>
          <a:bodyPr wrap="square" lIns="0" tIns="0" rIns="0" bIns="0" rtlCol="0"/>
          <a:lstStyle/>
          <a:p>
            <a:endParaRPr/>
          </a:p>
        </p:txBody>
      </p:sp>
      <p:sp>
        <p:nvSpPr>
          <p:cNvPr id="19" name="bg object 19"/>
          <p:cNvSpPr/>
          <p:nvPr/>
        </p:nvSpPr>
        <p:spPr>
          <a:xfrm>
            <a:off x="9603739" y="0"/>
            <a:ext cx="2588260" cy="6858000"/>
          </a:xfrm>
          <a:custGeom>
            <a:avLst/>
            <a:gdLst/>
            <a:ahLst/>
            <a:cxnLst/>
            <a:rect l="l" t="t" r="r" b="b"/>
            <a:pathLst>
              <a:path w="2588259" h="6858000">
                <a:moveTo>
                  <a:pt x="2587752" y="0"/>
                </a:moveTo>
                <a:lnTo>
                  <a:pt x="0" y="0"/>
                </a:lnTo>
                <a:lnTo>
                  <a:pt x="1208277" y="6857998"/>
                </a:lnTo>
                <a:lnTo>
                  <a:pt x="2587752" y="6857998"/>
                </a:lnTo>
                <a:lnTo>
                  <a:pt x="2587752" y="0"/>
                </a:lnTo>
                <a:close/>
              </a:path>
            </a:pathLst>
          </a:custGeom>
          <a:solidFill>
            <a:srgbClr val="90C225">
              <a:alpha val="19999"/>
            </a:srgbClr>
          </a:solidFill>
        </p:spPr>
        <p:txBody>
          <a:bodyPr wrap="square" lIns="0" tIns="0" rIns="0" bIns="0" rtlCol="0"/>
          <a:lstStyle/>
          <a:p>
            <a:endParaRPr/>
          </a:p>
        </p:txBody>
      </p:sp>
      <p:sp>
        <p:nvSpPr>
          <p:cNvPr id="20" name="bg object 20"/>
          <p:cNvSpPr/>
          <p:nvPr/>
        </p:nvSpPr>
        <p:spPr>
          <a:xfrm>
            <a:off x="8933179" y="3048000"/>
            <a:ext cx="3258820" cy="3810000"/>
          </a:xfrm>
          <a:custGeom>
            <a:avLst/>
            <a:gdLst/>
            <a:ahLst/>
            <a:cxnLst/>
            <a:rect l="l" t="t" r="r" b="b"/>
            <a:pathLst>
              <a:path w="3258820" h="3810000">
                <a:moveTo>
                  <a:pt x="3258439" y="0"/>
                </a:moveTo>
                <a:lnTo>
                  <a:pt x="0" y="3809998"/>
                </a:lnTo>
                <a:lnTo>
                  <a:pt x="3258439" y="3809998"/>
                </a:lnTo>
                <a:lnTo>
                  <a:pt x="3258439" y="0"/>
                </a:lnTo>
                <a:close/>
              </a:path>
            </a:pathLst>
          </a:custGeom>
          <a:solidFill>
            <a:srgbClr val="539F20">
              <a:alpha val="72155"/>
            </a:srgbClr>
          </a:solidFill>
        </p:spPr>
        <p:txBody>
          <a:bodyPr wrap="square" lIns="0" tIns="0" rIns="0" bIns="0" rtlCol="0"/>
          <a:lstStyle/>
          <a:p>
            <a:endParaRPr/>
          </a:p>
        </p:txBody>
      </p:sp>
      <p:sp>
        <p:nvSpPr>
          <p:cNvPr id="21" name="bg object 21"/>
          <p:cNvSpPr/>
          <p:nvPr/>
        </p:nvSpPr>
        <p:spPr>
          <a:xfrm>
            <a:off x="9337039" y="0"/>
            <a:ext cx="2852420" cy="6858000"/>
          </a:xfrm>
          <a:custGeom>
            <a:avLst/>
            <a:gdLst/>
            <a:ahLst/>
            <a:cxnLst/>
            <a:rect l="l" t="t" r="r" b="b"/>
            <a:pathLst>
              <a:path w="2852420" h="6858000">
                <a:moveTo>
                  <a:pt x="2851911" y="0"/>
                </a:moveTo>
                <a:lnTo>
                  <a:pt x="0" y="0"/>
                </a:lnTo>
                <a:lnTo>
                  <a:pt x="2468244" y="6857998"/>
                </a:lnTo>
                <a:lnTo>
                  <a:pt x="2851911" y="6857998"/>
                </a:lnTo>
                <a:lnTo>
                  <a:pt x="2851911" y="0"/>
                </a:lnTo>
                <a:close/>
              </a:path>
            </a:pathLst>
          </a:custGeom>
          <a:solidFill>
            <a:srgbClr val="3E7818">
              <a:alpha val="70195"/>
            </a:srgbClr>
          </a:solidFill>
        </p:spPr>
        <p:txBody>
          <a:bodyPr wrap="square" lIns="0" tIns="0" rIns="0" bIns="0" rtlCol="0"/>
          <a:lstStyle/>
          <a:p>
            <a:endParaRPr/>
          </a:p>
        </p:txBody>
      </p:sp>
      <p:sp>
        <p:nvSpPr>
          <p:cNvPr id="22" name="bg object 22"/>
          <p:cNvSpPr/>
          <p:nvPr/>
        </p:nvSpPr>
        <p:spPr>
          <a:xfrm>
            <a:off x="10899139" y="0"/>
            <a:ext cx="1290320" cy="6858000"/>
          </a:xfrm>
          <a:custGeom>
            <a:avLst/>
            <a:gdLst/>
            <a:ahLst/>
            <a:cxnLst/>
            <a:rect l="l" t="t" r="r" b="b"/>
            <a:pathLst>
              <a:path w="1290320" h="6858000">
                <a:moveTo>
                  <a:pt x="1290065" y="0"/>
                </a:moveTo>
                <a:lnTo>
                  <a:pt x="1018539" y="0"/>
                </a:lnTo>
                <a:lnTo>
                  <a:pt x="0" y="6857998"/>
                </a:lnTo>
                <a:lnTo>
                  <a:pt x="1290065" y="6857998"/>
                </a:lnTo>
                <a:lnTo>
                  <a:pt x="1290065" y="0"/>
                </a:lnTo>
                <a:close/>
              </a:path>
            </a:pathLst>
          </a:custGeom>
          <a:solidFill>
            <a:srgbClr val="C0E374">
              <a:alpha val="70195"/>
            </a:srgbClr>
          </a:solidFill>
        </p:spPr>
        <p:txBody>
          <a:bodyPr wrap="square" lIns="0" tIns="0" rIns="0" bIns="0" rtlCol="0"/>
          <a:lstStyle/>
          <a:p>
            <a:endParaRPr/>
          </a:p>
        </p:txBody>
      </p:sp>
      <p:sp>
        <p:nvSpPr>
          <p:cNvPr id="23" name="bg object 23"/>
          <p:cNvSpPr/>
          <p:nvPr/>
        </p:nvSpPr>
        <p:spPr>
          <a:xfrm>
            <a:off x="10939779" y="0"/>
            <a:ext cx="1249045" cy="6858000"/>
          </a:xfrm>
          <a:custGeom>
            <a:avLst/>
            <a:gdLst/>
            <a:ahLst/>
            <a:cxnLst/>
            <a:rect l="l" t="t" r="r" b="b"/>
            <a:pathLst>
              <a:path w="1249045" h="6858000">
                <a:moveTo>
                  <a:pt x="1249045" y="0"/>
                </a:moveTo>
                <a:lnTo>
                  <a:pt x="0" y="0"/>
                </a:lnTo>
                <a:lnTo>
                  <a:pt x="1108583" y="6857998"/>
                </a:lnTo>
                <a:lnTo>
                  <a:pt x="1249045" y="6857998"/>
                </a:lnTo>
                <a:lnTo>
                  <a:pt x="1249045" y="0"/>
                </a:lnTo>
                <a:close/>
              </a:path>
            </a:pathLst>
          </a:custGeom>
          <a:solidFill>
            <a:srgbClr val="90C225">
              <a:alpha val="65097"/>
            </a:srgbClr>
          </a:solidFill>
        </p:spPr>
        <p:txBody>
          <a:bodyPr wrap="square" lIns="0" tIns="0" rIns="0" bIns="0" rtlCol="0"/>
          <a:lstStyle/>
          <a:p>
            <a:endParaRPr/>
          </a:p>
        </p:txBody>
      </p:sp>
      <p:sp>
        <p:nvSpPr>
          <p:cNvPr id="24" name="bg object 24"/>
          <p:cNvSpPr/>
          <p:nvPr/>
        </p:nvSpPr>
        <p:spPr>
          <a:xfrm>
            <a:off x="10370819" y="3589020"/>
            <a:ext cx="1818639" cy="3268979"/>
          </a:xfrm>
          <a:custGeom>
            <a:avLst/>
            <a:gdLst/>
            <a:ahLst/>
            <a:cxnLst/>
            <a:rect l="l" t="t" r="r" b="b"/>
            <a:pathLst>
              <a:path w="1818640" h="3268979">
                <a:moveTo>
                  <a:pt x="1818385" y="0"/>
                </a:moveTo>
                <a:lnTo>
                  <a:pt x="0" y="3268766"/>
                </a:lnTo>
                <a:lnTo>
                  <a:pt x="1818385" y="3268766"/>
                </a:lnTo>
                <a:lnTo>
                  <a:pt x="1818385" y="0"/>
                </a:lnTo>
                <a:close/>
              </a:path>
            </a:pathLst>
          </a:custGeom>
          <a:solidFill>
            <a:srgbClr val="90C225">
              <a:alpha val="79998"/>
            </a:srgbClr>
          </a:solidFill>
        </p:spPr>
        <p:txBody>
          <a:bodyPr wrap="square" lIns="0" tIns="0" rIns="0" bIns="0" rtlCol="0"/>
          <a:lstStyle/>
          <a:p>
            <a:endParaRPr/>
          </a:p>
        </p:txBody>
      </p:sp>
      <p:sp>
        <p:nvSpPr>
          <p:cNvPr id="25" name="bg object 25"/>
          <p:cNvSpPr/>
          <p:nvPr/>
        </p:nvSpPr>
        <p:spPr>
          <a:xfrm>
            <a:off x="0" y="4013200"/>
            <a:ext cx="449580" cy="2844800"/>
          </a:xfrm>
          <a:custGeom>
            <a:avLst/>
            <a:gdLst/>
            <a:ahLst/>
            <a:cxnLst/>
            <a:rect l="l" t="t" r="r" b="b"/>
            <a:pathLst>
              <a:path w="449580" h="2844800">
                <a:moveTo>
                  <a:pt x="0" y="0"/>
                </a:moveTo>
                <a:lnTo>
                  <a:pt x="0" y="2844798"/>
                </a:lnTo>
                <a:lnTo>
                  <a:pt x="449364" y="2844798"/>
                </a:lnTo>
                <a:lnTo>
                  <a:pt x="0" y="0"/>
                </a:lnTo>
                <a:close/>
              </a:path>
            </a:pathLst>
          </a:custGeom>
          <a:solidFill>
            <a:srgbClr val="90C225">
              <a:alpha val="85096"/>
            </a:srgbClr>
          </a:solidFill>
        </p:spPr>
        <p:txBody>
          <a:bodyPr wrap="square" lIns="0" tIns="0" rIns="0" bIns="0" rtlCol="0"/>
          <a:lstStyle/>
          <a:p>
            <a:endParaRPr/>
          </a:p>
        </p:txBody>
      </p:sp>
      <p:sp>
        <p:nvSpPr>
          <p:cNvPr id="26" name="bg object 26"/>
          <p:cNvSpPr/>
          <p:nvPr/>
        </p:nvSpPr>
        <p:spPr>
          <a:xfrm>
            <a:off x="927100" y="1026160"/>
            <a:ext cx="8338820" cy="0"/>
          </a:xfrm>
          <a:custGeom>
            <a:avLst/>
            <a:gdLst/>
            <a:ahLst/>
            <a:cxnLst/>
            <a:rect l="l" t="t" r="r" b="b"/>
            <a:pathLst>
              <a:path w="8338820">
                <a:moveTo>
                  <a:pt x="0" y="0"/>
                </a:moveTo>
                <a:lnTo>
                  <a:pt x="8338566" y="0"/>
                </a:lnTo>
              </a:path>
            </a:pathLst>
          </a:custGeom>
          <a:ln w="19050">
            <a:solidFill>
              <a:srgbClr val="90C225"/>
            </a:solidFill>
          </a:ln>
        </p:spPr>
        <p:txBody>
          <a:bodyPr wrap="square" lIns="0" tIns="0" rIns="0" bIns="0" rtlCol="0"/>
          <a:lstStyle/>
          <a:p>
            <a:endParaRPr/>
          </a:p>
        </p:txBody>
      </p:sp>
      <p:pic>
        <p:nvPicPr>
          <p:cNvPr id="27" name="bg object 27"/>
          <p:cNvPicPr/>
          <p:nvPr/>
        </p:nvPicPr>
        <p:blipFill>
          <a:blip r:embed="rId8" cstate="print"/>
          <a:stretch>
            <a:fillRect/>
          </a:stretch>
        </p:blipFill>
        <p:spPr>
          <a:xfrm>
            <a:off x="10177780" y="220979"/>
            <a:ext cx="1849120" cy="2184400"/>
          </a:xfrm>
          <a:prstGeom prst="rect">
            <a:avLst/>
          </a:prstGeom>
        </p:spPr>
      </p:pic>
      <p:sp>
        <p:nvSpPr>
          <p:cNvPr id="2" name="Holder 2"/>
          <p:cNvSpPr>
            <a:spLocks noGrp="1"/>
          </p:cNvSpPr>
          <p:nvPr>
            <p:ph type="title"/>
          </p:nvPr>
        </p:nvSpPr>
        <p:spPr>
          <a:xfrm>
            <a:off x="2359660" y="438784"/>
            <a:ext cx="5471795" cy="513080"/>
          </a:xfrm>
          <a:prstGeom prst="rect">
            <a:avLst/>
          </a:prstGeom>
        </p:spPr>
        <p:txBody>
          <a:bodyPr wrap="square" lIns="0" tIns="0" rIns="0" bIns="0">
            <a:spAutoFit/>
          </a:bodyPr>
          <a:lstStyle>
            <a:lvl1pPr>
              <a:defRPr sz="3200" b="1" i="0">
                <a:solidFill>
                  <a:schemeClr val="tx1"/>
                </a:solidFill>
                <a:latin typeface="Verdana"/>
                <a:cs typeface="Verdana"/>
              </a:defRPr>
            </a:lvl1pPr>
          </a:lstStyle>
          <a:p>
            <a:endParaRPr/>
          </a:p>
        </p:txBody>
      </p:sp>
      <p:sp>
        <p:nvSpPr>
          <p:cNvPr id="3" name="Holder 3"/>
          <p:cNvSpPr>
            <a:spLocks noGrp="1"/>
          </p:cNvSpPr>
          <p:nvPr>
            <p:ph type="body" idx="1"/>
          </p:nvPr>
        </p:nvSpPr>
        <p:spPr>
          <a:xfrm>
            <a:off x="876300" y="1380997"/>
            <a:ext cx="8575675" cy="4782185"/>
          </a:xfrm>
          <a:prstGeom prst="rect">
            <a:avLst/>
          </a:prstGeom>
        </p:spPr>
        <p:txBody>
          <a:bodyPr wrap="square" lIns="0" tIns="0" rIns="0" bIns="0">
            <a:spAutoFit/>
          </a:bodyPr>
          <a:lstStyle>
            <a:lvl1pPr>
              <a:defRPr sz="1600" b="0" i="0">
                <a:solidFill>
                  <a:schemeClr val="tx1"/>
                </a:solidFill>
                <a:latin typeface="Verdana"/>
                <a:cs typeface="Verdana"/>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9/16/2025</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6.xml"/><Relationship Id="rId5" Type="http://schemas.microsoft.com/office/2007/relationships/hdphoto" Target="../media/hdphoto1.wdp"/><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hyperlink" Target="https://svgsilh.com/009688/image/297078.html" TargetMode="External"/><Relationship Id="rId3" Type="http://schemas.openxmlformats.org/officeDocument/2006/relationships/image" Target="../media/image17.png"/><Relationship Id="rId7" Type="http://schemas.openxmlformats.org/officeDocument/2006/relationships/image" Target="../media/image20.sv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hyperlink" Target="https://pixabay.com/en/bad-hand-down-red-thumb-157437/" TargetMode="Externa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1"/>
            <a:ext cx="12193693" cy="6857577"/>
            <a:chOff x="0" y="1270"/>
            <a:chExt cx="18290540" cy="10286365"/>
          </a:xfrm>
        </p:grpSpPr>
        <p:pic>
          <p:nvPicPr>
            <p:cNvPr id="3" name="object 3"/>
            <p:cNvPicPr/>
            <p:nvPr/>
          </p:nvPicPr>
          <p:blipFill>
            <a:blip r:embed="rId2" cstate="print"/>
            <a:stretch>
              <a:fillRect/>
            </a:stretch>
          </p:blipFill>
          <p:spPr>
            <a:xfrm>
              <a:off x="0" y="1270"/>
              <a:ext cx="18290358" cy="10286352"/>
            </a:xfrm>
            <a:prstGeom prst="rect">
              <a:avLst/>
            </a:prstGeom>
          </p:spPr>
        </p:pic>
        <p:pic>
          <p:nvPicPr>
            <p:cNvPr id="4" name="object 4"/>
            <p:cNvPicPr/>
            <p:nvPr/>
          </p:nvPicPr>
          <p:blipFill>
            <a:blip r:embed="rId3" cstate="print"/>
            <a:stretch>
              <a:fillRect/>
            </a:stretch>
          </p:blipFill>
          <p:spPr>
            <a:xfrm>
              <a:off x="1569718" y="828059"/>
              <a:ext cx="15144749" cy="8629649"/>
            </a:xfrm>
            <a:prstGeom prst="rect">
              <a:avLst/>
            </a:prstGeom>
          </p:spPr>
        </p:pic>
      </p:grpSp>
      <p:sp>
        <p:nvSpPr>
          <p:cNvPr id="11" name="Google Shape;418;p38">
            <a:extLst>
              <a:ext uri="{FF2B5EF4-FFF2-40B4-BE49-F238E27FC236}">
                <a16:creationId xmlns:a16="http://schemas.microsoft.com/office/drawing/2014/main" id="{E63A593F-50F9-4FA9-D876-E83D1270DF68}"/>
              </a:ext>
            </a:extLst>
          </p:cNvPr>
          <p:cNvSpPr txBox="1">
            <a:spLocks/>
          </p:cNvSpPr>
          <p:nvPr/>
        </p:nvSpPr>
        <p:spPr>
          <a:xfrm>
            <a:off x="-1115236" y="-838142"/>
            <a:ext cx="13307236" cy="2044800"/>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500"/>
              <a:buFont typeface="Concert One"/>
              <a:buNone/>
              <a:defRPr sz="3100" b="0" i="0" u="none" strike="noStrike" cap="none">
                <a:solidFill>
                  <a:schemeClr val="tx1"/>
                </a:solidFill>
                <a:latin typeface="Arial Black"/>
                <a:ea typeface="Concert One"/>
                <a:cs typeface="Arial Black"/>
                <a:sym typeface="Concert One"/>
              </a:defRPr>
            </a:lvl1pPr>
            <a:lvl2pPr marR="0" lvl="1"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2pPr>
            <a:lvl3pPr marR="0" lvl="2"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3pPr>
            <a:lvl4pPr marR="0" lvl="3"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4pPr>
            <a:lvl5pPr marR="0" lvl="4"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5pPr>
            <a:lvl6pPr marR="0" lvl="5"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6pPr>
            <a:lvl7pPr marR="0" lvl="6"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7pPr>
            <a:lvl8pPr marR="0" lvl="7"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8pPr>
            <a:lvl9pPr marR="0" lvl="8" algn="l" rtl="0">
              <a:lnSpc>
                <a:spcPct val="100000"/>
              </a:lnSpc>
              <a:spcBef>
                <a:spcPts val="0"/>
              </a:spcBef>
              <a:spcAft>
                <a:spcPts val="0"/>
              </a:spcAft>
              <a:buClr>
                <a:schemeClr val="dk1"/>
              </a:buClr>
              <a:buSzPts val="3500"/>
              <a:buFont typeface="DM Sans"/>
              <a:buNone/>
              <a:defRPr sz="3500" b="1" i="0" u="none" strike="noStrike" cap="none">
                <a:solidFill>
                  <a:schemeClr val="dk1"/>
                </a:solidFill>
                <a:latin typeface="DM Sans"/>
                <a:ea typeface="DM Sans"/>
                <a:cs typeface="DM Sans"/>
                <a:sym typeface="DM Sans"/>
              </a:defRPr>
            </a:lvl9pPr>
          </a:lstStyle>
          <a:p>
            <a:r>
              <a:rPr lang="es-EC" sz="2800" b="1" dirty="0">
                <a:solidFill>
                  <a:schemeClr val="bg1"/>
                </a:solidFill>
                <a:latin typeface="Times New Roman" panose="02020603050405020304" pitchFamily="18" charset="0"/>
                <a:cs typeface="Times New Roman" panose="02020603050405020304" pitchFamily="18" charset="0"/>
              </a:rPr>
              <a:t>	UNIVERSIDAD TÉCNICA ESTATAL DE QUEVEDO</a:t>
            </a:r>
          </a:p>
        </p:txBody>
      </p:sp>
      <p:sp>
        <p:nvSpPr>
          <p:cNvPr id="12" name="CuadroTexto 11">
            <a:extLst>
              <a:ext uri="{FF2B5EF4-FFF2-40B4-BE49-F238E27FC236}">
                <a16:creationId xmlns:a16="http://schemas.microsoft.com/office/drawing/2014/main" id="{AB4DB8E5-C1F9-576E-F49B-3B5A102659AC}"/>
              </a:ext>
            </a:extLst>
          </p:cNvPr>
          <p:cNvSpPr txBox="1"/>
          <p:nvPr/>
        </p:nvSpPr>
        <p:spPr>
          <a:xfrm>
            <a:off x="4200344" y="1835922"/>
            <a:ext cx="3589444" cy="400110"/>
          </a:xfrm>
          <a:prstGeom prst="rect">
            <a:avLst/>
          </a:prstGeom>
          <a:noFill/>
        </p:spPr>
        <p:txBody>
          <a:bodyPr wrap="none" rtlCol="0">
            <a:spAutoFit/>
          </a:bodyPr>
          <a:lstStyle/>
          <a:p>
            <a:r>
              <a:rPr lang="es-EC" sz="2000" b="1" dirty="0">
                <a:solidFill>
                  <a:schemeClr val="bg1"/>
                </a:solidFill>
                <a:latin typeface="Times New Roman" panose="02020603050405020304" pitchFamily="18" charset="0"/>
                <a:cs typeface="Times New Roman" panose="02020603050405020304" pitchFamily="18" charset="0"/>
              </a:rPr>
              <a:t>INGENIERÍA TELEMÁTICA</a:t>
            </a:r>
          </a:p>
        </p:txBody>
      </p:sp>
      <p:sp>
        <p:nvSpPr>
          <p:cNvPr id="13" name="CuadroTexto 12">
            <a:extLst>
              <a:ext uri="{FF2B5EF4-FFF2-40B4-BE49-F238E27FC236}">
                <a16:creationId xmlns:a16="http://schemas.microsoft.com/office/drawing/2014/main" id="{AB107A7D-3103-27FE-1115-923A25BA883B}"/>
              </a:ext>
            </a:extLst>
          </p:cNvPr>
          <p:cNvSpPr txBox="1"/>
          <p:nvPr/>
        </p:nvSpPr>
        <p:spPr>
          <a:xfrm>
            <a:off x="2770741" y="1108898"/>
            <a:ext cx="6647974" cy="748795"/>
          </a:xfrm>
          <a:prstGeom prst="rect">
            <a:avLst/>
          </a:prstGeom>
          <a:noFill/>
        </p:spPr>
        <p:txBody>
          <a:bodyPr wrap="none" rtlCol="0">
            <a:spAutoFit/>
          </a:bodyPr>
          <a:lstStyle/>
          <a:p>
            <a:r>
              <a:rPr lang="es-EC" sz="2133" b="1" dirty="0">
                <a:solidFill>
                  <a:schemeClr val="bg1"/>
                </a:solidFill>
                <a:latin typeface="Times New Roman" panose="02020603050405020304" pitchFamily="18" charset="0"/>
                <a:cs typeface="Times New Roman" panose="02020603050405020304" pitchFamily="18" charset="0"/>
              </a:rPr>
              <a:t>FACULTAD DE CIENCIAS DE LA COMPUTACIÓN</a:t>
            </a:r>
          </a:p>
          <a:p>
            <a:pPr algn="ctr"/>
            <a:r>
              <a:rPr lang="es-EC" sz="2133" b="1" dirty="0">
                <a:solidFill>
                  <a:schemeClr val="bg1"/>
                </a:solidFill>
                <a:latin typeface="Times New Roman" panose="02020603050405020304" pitchFamily="18" charset="0"/>
                <a:cs typeface="Times New Roman" panose="02020603050405020304" pitchFamily="18" charset="0"/>
              </a:rPr>
              <a:t>Y DISEÑO DIGITAL</a:t>
            </a:r>
          </a:p>
        </p:txBody>
      </p:sp>
      <p:pic>
        <p:nvPicPr>
          <p:cNvPr id="15" name="Imagen 14">
            <a:extLst>
              <a:ext uri="{FF2B5EF4-FFF2-40B4-BE49-F238E27FC236}">
                <a16:creationId xmlns:a16="http://schemas.microsoft.com/office/drawing/2014/main" id="{18B08670-DB2F-F2FD-A1DF-6D6E85264450}"/>
              </a:ext>
            </a:extLst>
          </p:cNvPr>
          <p:cNvPicPr>
            <a:picLocks noChangeAspect="1"/>
          </p:cNvPicPr>
          <p:nvPr/>
        </p:nvPicPr>
        <p:blipFill>
          <a:blip r:embed="rId4"/>
          <a:stretch>
            <a:fillRect/>
          </a:stretch>
        </p:blipFill>
        <p:spPr>
          <a:xfrm>
            <a:off x="900707" y="453003"/>
            <a:ext cx="1173861" cy="1200000"/>
          </a:xfrm>
          <a:prstGeom prst="rect">
            <a:avLst/>
          </a:prstGeom>
        </p:spPr>
      </p:pic>
      <p:sp>
        <p:nvSpPr>
          <p:cNvPr id="16" name="CuadroTexto 15">
            <a:extLst>
              <a:ext uri="{FF2B5EF4-FFF2-40B4-BE49-F238E27FC236}">
                <a16:creationId xmlns:a16="http://schemas.microsoft.com/office/drawing/2014/main" id="{95760BC5-D083-AACC-0E6A-34B032EFBBE6}"/>
              </a:ext>
            </a:extLst>
          </p:cNvPr>
          <p:cNvSpPr txBox="1"/>
          <p:nvPr/>
        </p:nvSpPr>
        <p:spPr>
          <a:xfrm>
            <a:off x="3044486" y="4623508"/>
            <a:ext cx="6234001" cy="707886"/>
          </a:xfrm>
          <a:prstGeom prst="rect">
            <a:avLst/>
          </a:prstGeom>
          <a:noFill/>
        </p:spPr>
        <p:txBody>
          <a:bodyPr wrap="square" rtlCol="0">
            <a:spAutoFit/>
          </a:bodyPr>
          <a:lstStyle/>
          <a:p>
            <a:pPr algn="ctr"/>
            <a:r>
              <a:rPr lang="es-EC" sz="2400" b="1" dirty="0">
                <a:solidFill>
                  <a:schemeClr val="bg1"/>
                </a:solidFill>
                <a:latin typeface="Times New Roman" panose="02020603050405020304" pitchFamily="18" charset="0"/>
                <a:cs typeface="Times New Roman" panose="02020603050405020304" pitchFamily="18" charset="0"/>
              </a:rPr>
              <a:t>TUTOR</a:t>
            </a:r>
            <a:r>
              <a:rPr lang="es-EC" b="1" dirty="0">
                <a:solidFill>
                  <a:schemeClr val="bg1"/>
                </a:solidFill>
                <a:latin typeface="Times New Roman" panose="02020603050405020304" pitchFamily="18" charset="0"/>
                <a:cs typeface="Times New Roman" panose="02020603050405020304" pitchFamily="18" charset="0"/>
              </a:rPr>
              <a:t>: </a:t>
            </a:r>
          </a:p>
          <a:p>
            <a:pPr algn="ctr"/>
            <a:r>
              <a:rPr lang="es-EC" sz="1600" dirty="0">
                <a:solidFill>
                  <a:schemeClr val="bg1"/>
                </a:solidFill>
                <a:latin typeface="Times New Roman" panose="02020603050405020304" pitchFamily="18" charset="0"/>
                <a:cs typeface="Times New Roman" panose="02020603050405020304" pitchFamily="18" charset="0"/>
              </a:rPr>
              <a:t>ING. NATA CASTRO DAISY JUDITH. MSC.</a:t>
            </a:r>
          </a:p>
        </p:txBody>
      </p:sp>
      <p:sp>
        <p:nvSpPr>
          <p:cNvPr id="17" name="CuadroTexto 16">
            <a:extLst>
              <a:ext uri="{FF2B5EF4-FFF2-40B4-BE49-F238E27FC236}">
                <a16:creationId xmlns:a16="http://schemas.microsoft.com/office/drawing/2014/main" id="{2F593445-E841-3330-4480-42F825BB4675}"/>
              </a:ext>
            </a:extLst>
          </p:cNvPr>
          <p:cNvSpPr txBox="1"/>
          <p:nvPr/>
        </p:nvSpPr>
        <p:spPr>
          <a:xfrm>
            <a:off x="4230596" y="5313896"/>
            <a:ext cx="3906839" cy="707886"/>
          </a:xfrm>
          <a:prstGeom prst="rect">
            <a:avLst/>
          </a:prstGeom>
          <a:noFill/>
        </p:spPr>
        <p:txBody>
          <a:bodyPr wrap="none" rtlCol="0">
            <a:spAutoFit/>
          </a:bodyPr>
          <a:lstStyle/>
          <a:p>
            <a:pPr algn="ctr"/>
            <a:r>
              <a:rPr lang="es-EC" sz="2400" b="1" dirty="0">
                <a:solidFill>
                  <a:schemeClr val="bg1"/>
                </a:solidFill>
                <a:latin typeface="Times New Roman" panose="02020603050405020304" pitchFamily="18" charset="0"/>
                <a:cs typeface="Times New Roman" panose="02020603050405020304" pitchFamily="18" charset="0"/>
              </a:rPr>
              <a:t>AUTOR: </a:t>
            </a:r>
          </a:p>
          <a:p>
            <a:pPr algn="ctr"/>
            <a:r>
              <a:rPr lang="es-EC" sz="1600" dirty="0">
                <a:solidFill>
                  <a:schemeClr val="bg1"/>
                </a:solidFill>
                <a:latin typeface="Times New Roman" panose="02020603050405020304" pitchFamily="18" charset="0"/>
                <a:cs typeface="Times New Roman" panose="02020603050405020304" pitchFamily="18" charset="0"/>
              </a:rPr>
              <a:t>MORALES COBEÑA MIYAKO KUSHIRO</a:t>
            </a:r>
          </a:p>
        </p:txBody>
      </p:sp>
      <p:sp>
        <p:nvSpPr>
          <p:cNvPr id="18" name="Cuadro de texto 1">
            <a:extLst>
              <a:ext uri="{FF2B5EF4-FFF2-40B4-BE49-F238E27FC236}">
                <a16:creationId xmlns:a16="http://schemas.microsoft.com/office/drawing/2014/main" id="{A36D9145-4213-DD8B-DBC6-9F68F6B6D741}"/>
              </a:ext>
            </a:extLst>
          </p:cNvPr>
          <p:cNvSpPr txBox="1"/>
          <p:nvPr/>
        </p:nvSpPr>
        <p:spPr>
          <a:xfrm>
            <a:off x="5135001" y="5870777"/>
            <a:ext cx="2098040" cy="531707"/>
          </a:xfrm>
          <a:prstGeom prst="rect">
            <a:avLst/>
          </a:prstGeom>
          <a:noFill/>
          <a:ln>
            <a:noFill/>
          </a:ln>
        </p:spPr>
        <p:txBody>
          <a:bodyPr rot="0" spcFirstLastPara="0" vert="horz" wrap="none" lIns="121920" tIns="60960" rIns="121920" bIns="60960" numCol="1" spcCol="0" rtlCol="0" fromWordArt="0" anchor="t" anchorCtr="0" forceAA="0" compatLnSpc="1">
            <a:prstTxWarp prst="textNoShape">
              <a:avLst/>
            </a:prstTxWarp>
            <a:noAutofit/>
          </a:bodyPr>
          <a:lstStyle/>
          <a:p>
            <a:pPr algn="ctr">
              <a:lnSpc>
                <a:spcPct val="150000"/>
              </a:lnSpc>
              <a:spcAft>
                <a:spcPts val="1067"/>
              </a:spcAft>
            </a:pPr>
            <a:r>
              <a:rPr lang="es-EC" b="1" kern="100" dirty="0">
                <a:ln w="6731" cap="flat" cmpd="sng" algn="ctr">
                  <a:solidFill>
                    <a:srgbClr val="7C7C7C"/>
                  </a:solidFill>
                  <a:prstDash val="solid"/>
                  <a:round/>
                </a:ln>
                <a:solidFill>
                  <a:schemeClr val="bg1"/>
                </a:solidFill>
                <a:effectLst>
                  <a:outerShdw dist="38100" dir="2700000" algn="bl">
                    <a:schemeClr val="accent5"/>
                  </a:outerShdw>
                </a:effectLst>
                <a:latin typeface="Times New Roman" panose="02020603050405020304" pitchFamily="18" charset="0"/>
                <a:ea typeface="Calibri" panose="020F0502020204030204" pitchFamily="34" charset="0"/>
                <a:cs typeface="Times New Roman" panose="02020603050405020304" pitchFamily="18" charset="0"/>
              </a:rPr>
              <a:t>PPA 2025 - 2026</a:t>
            </a:r>
            <a:endParaRPr lang="es-EC" sz="1467" b="1" kern="1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19" name="CuadroTexto 18">
            <a:extLst>
              <a:ext uri="{FF2B5EF4-FFF2-40B4-BE49-F238E27FC236}">
                <a16:creationId xmlns:a16="http://schemas.microsoft.com/office/drawing/2014/main" id="{32E7D11F-ACA8-E2B2-5077-10F692206D83}"/>
              </a:ext>
            </a:extLst>
          </p:cNvPr>
          <p:cNvSpPr txBox="1"/>
          <p:nvPr/>
        </p:nvSpPr>
        <p:spPr>
          <a:xfrm>
            <a:off x="1288314" y="2286135"/>
            <a:ext cx="9791405" cy="2103396"/>
          </a:xfrm>
          <a:prstGeom prst="rect">
            <a:avLst/>
          </a:prstGeom>
          <a:noFill/>
        </p:spPr>
        <p:txBody>
          <a:bodyPr wrap="square" rtlCol="0">
            <a:spAutoFit/>
          </a:bodyPr>
          <a:lstStyle/>
          <a:p>
            <a:pPr algn="ctr"/>
            <a:r>
              <a:rPr lang="es-EC" sz="2400" b="1" dirty="0">
                <a:solidFill>
                  <a:schemeClr val="bg1"/>
                </a:solidFill>
                <a:latin typeface="Times New Roman" panose="02020603050405020304" pitchFamily="18" charset="0"/>
                <a:cs typeface="Times New Roman" panose="02020603050405020304" pitchFamily="18" charset="0"/>
              </a:rPr>
              <a:t>TÍTULO: </a:t>
            </a:r>
          </a:p>
          <a:p>
            <a:pPr algn="ctr"/>
            <a:r>
              <a:rPr lang="es-419" sz="2667" dirty="0">
                <a:solidFill>
                  <a:schemeClr val="bg1"/>
                </a:solidFill>
                <a:latin typeface="Times New Roman" panose="02020603050405020304" pitchFamily="18" charset="0"/>
                <a:cs typeface="Times New Roman" panose="02020603050405020304" pitchFamily="18" charset="0"/>
              </a:rPr>
              <a:t>MODELO CUALITATIVO BASADO EN INTELIGENCIA ARTIFICIAL GENERATIVA PARA EL DISEÑO DE INTERFACES EDUCATIVAS: APLICACIÓN EN LA ENSEÑANZA DE TRIGONOMETRÍA</a:t>
            </a:r>
            <a:endParaRPr lang="es-EC" sz="2667" dirty="0">
              <a:solidFill>
                <a:schemeClr val="bg1"/>
              </a:solidFill>
              <a:latin typeface="Times New Roman" panose="02020603050405020304" pitchFamily="18" charset="0"/>
              <a:cs typeface="Times New Roman" panose="02020603050405020304" pitchFamily="18" charset="0"/>
            </a:endParaRPr>
          </a:p>
        </p:txBody>
      </p:sp>
      <p:pic>
        <p:nvPicPr>
          <p:cNvPr id="6" name="Imagen 5">
            <a:extLst>
              <a:ext uri="{FF2B5EF4-FFF2-40B4-BE49-F238E27FC236}">
                <a16:creationId xmlns:a16="http://schemas.microsoft.com/office/drawing/2014/main" id="{421F9B15-72AE-FDDB-42DD-08FF118566B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75361" y="555420"/>
            <a:ext cx="1602316" cy="1202431"/>
          </a:xfrm>
          <a:prstGeom prst="rect">
            <a:avLst/>
          </a:prstGeom>
        </p:spPr>
      </p:pic>
    </p:spTree>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6" name="Picture 8" descr="APIs para principiantes: ¿Cómo utilizar una API? Una guía completa |  AppMaster">
            <a:extLst>
              <a:ext uri="{FF2B5EF4-FFF2-40B4-BE49-F238E27FC236}">
                <a16:creationId xmlns:a16="http://schemas.microsoft.com/office/drawing/2014/main" id="{03A98FDE-C51A-AE58-CEA7-5CA5070A4F84}"/>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3552" t="7015" r="12421" b="9190"/>
          <a:stretch/>
        </p:blipFill>
        <p:spPr bwMode="auto">
          <a:xfrm>
            <a:off x="5715000" y="1600200"/>
            <a:ext cx="4221956" cy="2670808"/>
          </a:xfrm>
          <a:prstGeom prst="rect">
            <a:avLst/>
          </a:prstGeom>
          <a:noFill/>
          <a:extLst>
            <a:ext uri="{909E8E84-426E-40DD-AFC4-6F175D3DCCD1}">
              <a14:hiddenFill xmlns:a14="http://schemas.microsoft.com/office/drawing/2010/main">
                <a:solidFill>
                  <a:srgbClr val="FFFFFF"/>
                </a:solidFill>
              </a14:hiddenFill>
            </a:ext>
          </a:extLst>
        </p:spPr>
      </p:pic>
      <p:sp>
        <p:nvSpPr>
          <p:cNvPr id="2" name="Google Shape;418;p38">
            <a:extLst>
              <a:ext uri="{FF2B5EF4-FFF2-40B4-BE49-F238E27FC236}">
                <a16:creationId xmlns:a16="http://schemas.microsoft.com/office/drawing/2014/main" id="{C90A8040-F4DD-8961-2473-103B4D97C559}"/>
              </a:ext>
            </a:extLst>
          </p:cNvPr>
          <p:cNvSpPr txBox="1">
            <a:spLocks/>
          </p:cNvSpPr>
          <p:nvPr/>
        </p:nvSpPr>
        <p:spPr>
          <a:xfrm>
            <a:off x="368594" y="263887"/>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INTRODUCCIÓN:</a:t>
            </a:r>
            <a:endParaRPr lang="es-EC" sz="3733" b="1" dirty="0">
              <a:latin typeface="Times New Roman" panose="02020603050405020304" pitchFamily="18" charset="0"/>
              <a:cs typeface="Times New Roman" panose="02020603050405020304" pitchFamily="18" charset="0"/>
            </a:endParaRPr>
          </a:p>
        </p:txBody>
      </p:sp>
      <p:pic>
        <p:nvPicPr>
          <p:cNvPr id="4" name="Picture 2" descr="Preparando a estudiantes y docentes para un futuro con IA - ProFuturo">
            <a:extLst>
              <a:ext uri="{FF2B5EF4-FFF2-40B4-BE49-F238E27FC236}">
                <a16:creationId xmlns:a16="http://schemas.microsoft.com/office/drawing/2014/main" id="{8847241D-F14F-029F-4A98-7A9287AD5438}"/>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0185" t="1768" r="12883" b="4104"/>
          <a:stretch/>
        </p:blipFill>
        <p:spPr bwMode="auto">
          <a:xfrm>
            <a:off x="5609" y="1295400"/>
            <a:ext cx="5451552" cy="3751860"/>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66784C25-3B55-49C9-B05D-B596C0A00F5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26026" b="80774" l="7500" r="94844">
                        <a14:foregroundMark x1="62500" y1="38804" x2="62500" y2="38804"/>
                        <a14:foregroundMark x1="67031" y1="35991" x2="67031" y2="35991"/>
                        <a14:foregroundMark x1="70469" y1="29543" x2="70469" y2="29543"/>
                        <a14:foregroundMark x1="68906" y1="32825" x2="68906" y2="32825"/>
                        <a14:foregroundMark x1="70000" y1="32474" x2="70000" y2="32474"/>
                        <a14:foregroundMark x1="76797" y1="37163" x2="76797" y2="37163"/>
                        <a14:foregroundMark x1="81953" y1="30012" x2="81953" y2="30012"/>
                        <a14:foregroundMark x1="57656" y1="36108" x2="57656" y2="36108"/>
                        <a14:foregroundMark x1="59688" y1="30012" x2="59688" y2="30012"/>
                        <a14:foregroundMark x1="36406" y1="40328" x2="36406" y2="40328"/>
                        <a14:foregroundMark x1="40781" y1="54045" x2="40781" y2="54045"/>
                        <a14:foregroundMark x1="20469" y1="45838" x2="20469" y2="45838"/>
                        <a14:foregroundMark x1="23984" y1="74560" x2="23984" y2="74560"/>
                        <a14:foregroundMark x1="66328" y1="49004" x2="66328" y2="49004"/>
                        <a14:foregroundMark x1="87813" y1="52638" x2="87813" y2="52638"/>
                        <a14:foregroundMark x1="85156" y1="44666" x2="85156" y2="44666"/>
                        <a14:foregroundMark x1="83047" y1="43962" x2="90547" y2="58265"/>
                        <a14:foregroundMark x1="92813" y1="69871" x2="93750" y2="74912"/>
                        <a14:foregroundMark x1="80234" y1="49590" x2="80234" y2="49590"/>
                        <a14:foregroundMark x1="77578" y1="48066" x2="81328" y2="45135"/>
                        <a14:foregroundMark x1="77031" y1="46190" x2="77031" y2="46190"/>
                        <a14:foregroundMark x1="78516" y1="44783" x2="78516" y2="44783"/>
                        <a14:foregroundMark x1="80391" y1="33880" x2="80391" y2="33880"/>
                        <a14:backgroundMark x1="31406" y1="66706" x2="31406" y2="66706"/>
                      </a14:backgroundRemoval>
                    </a14:imgEffect>
                  </a14:imgLayer>
                </a14:imgProps>
              </a:ext>
            </a:extLst>
          </a:blip>
          <a:srcRect l="7380" t="25506" r="4740" b="18508"/>
          <a:stretch/>
        </p:blipFill>
        <p:spPr>
          <a:xfrm>
            <a:off x="3547786" y="4876800"/>
            <a:ext cx="4334427" cy="1840148"/>
          </a:xfrm>
          <a:prstGeom prst="rect">
            <a:avLst/>
          </a:prstGeom>
        </p:spPr>
      </p:pic>
    </p:spTree>
    <p:extLst>
      <p:ext uri="{BB962C8B-B14F-4D97-AF65-F5344CB8AC3E}">
        <p14:creationId xmlns:p14="http://schemas.microsoft.com/office/powerpoint/2010/main" val="244126256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418;p38">
            <a:extLst>
              <a:ext uri="{FF2B5EF4-FFF2-40B4-BE49-F238E27FC236}">
                <a16:creationId xmlns:a16="http://schemas.microsoft.com/office/drawing/2014/main" id="{048E424E-E11A-0A88-85E9-3C013024F87E}"/>
              </a:ext>
            </a:extLst>
          </p:cNvPr>
          <p:cNvSpPr txBox="1">
            <a:spLocks/>
          </p:cNvSpPr>
          <p:nvPr/>
        </p:nvSpPr>
        <p:spPr>
          <a:xfrm>
            <a:off x="1219200" y="304800"/>
            <a:ext cx="8153400"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PROBLEMÁTICA / OBJETIVOS</a:t>
            </a:r>
            <a:endParaRPr lang="es-EC" sz="3733" b="1" dirty="0">
              <a:latin typeface="Times New Roman" panose="02020603050405020304" pitchFamily="18" charset="0"/>
              <a:cs typeface="Times New Roman" panose="02020603050405020304" pitchFamily="18" charset="0"/>
            </a:endParaRPr>
          </a:p>
        </p:txBody>
      </p:sp>
      <p:sp>
        <p:nvSpPr>
          <p:cNvPr id="11" name="Google Shape;418;p38">
            <a:extLst>
              <a:ext uri="{FF2B5EF4-FFF2-40B4-BE49-F238E27FC236}">
                <a16:creationId xmlns:a16="http://schemas.microsoft.com/office/drawing/2014/main" id="{C522B47A-6E1A-62C2-2F12-4C494B0DFE4A}"/>
              </a:ext>
            </a:extLst>
          </p:cNvPr>
          <p:cNvSpPr txBox="1">
            <a:spLocks/>
          </p:cNvSpPr>
          <p:nvPr/>
        </p:nvSpPr>
        <p:spPr>
          <a:xfrm>
            <a:off x="5410200" y="169949"/>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endParaRPr lang="es-EC" sz="3733" b="1" dirty="0">
              <a:latin typeface="Times New Roman" panose="02020603050405020304" pitchFamily="18" charset="0"/>
              <a:cs typeface="Times New Roman" panose="02020603050405020304" pitchFamily="18" charset="0"/>
            </a:endParaRPr>
          </a:p>
        </p:txBody>
      </p:sp>
      <p:graphicFrame>
        <p:nvGraphicFramePr>
          <p:cNvPr id="3" name="Diagrama 2">
            <a:extLst>
              <a:ext uri="{FF2B5EF4-FFF2-40B4-BE49-F238E27FC236}">
                <a16:creationId xmlns:a16="http://schemas.microsoft.com/office/drawing/2014/main" id="{15439506-FCE1-6E44-F78E-EC0A5E226FC3}"/>
              </a:ext>
            </a:extLst>
          </p:cNvPr>
          <p:cNvGraphicFramePr/>
          <p:nvPr>
            <p:extLst>
              <p:ext uri="{D42A27DB-BD31-4B8C-83A1-F6EECF244321}">
                <p14:modId xmlns:p14="http://schemas.microsoft.com/office/powerpoint/2010/main" val="3411765299"/>
              </p:ext>
            </p:extLst>
          </p:nvPr>
        </p:nvGraphicFramePr>
        <p:xfrm>
          <a:off x="76200" y="1139038"/>
          <a:ext cx="10439400" cy="68819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Rectángulo: esquinas redondeadas 3">
            <a:extLst>
              <a:ext uri="{FF2B5EF4-FFF2-40B4-BE49-F238E27FC236}">
                <a16:creationId xmlns:a16="http://schemas.microsoft.com/office/drawing/2014/main" id="{D07FB67D-B74C-91E4-4F01-0FC359FB26F6}"/>
              </a:ext>
            </a:extLst>
          </p:cNvPr>
          <p:cNvSpPr/>
          <p:nvPr/>
        </p:nvSpPr>
        <p:spPr>
          <a:xfrm>
            <a:off x="533400" y="1905000"/>
            <a:ext cx="2133600" cy="699387"/>
          </a:xfrm>
          <a:prstGeom prst="roundRect">
            <a:avLst/>
          </a:prstGeom>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800" dirty="0">
                <a:solidFill>
                  <a:schemeClr val="lt1"/>
                </a:solidFill>
                <a:latin typeface="+mn-lt"/>
                <a:ea typeface="+mn-ea"/>
                <a:cs typeface="+mn-cs"/>
              </a:rPr>
              <a:t>¿</a:t>
            </a:r>
            <a:r>
              <a:rPr lang="es-EC" sz="1800" dirty="0">
                <a:solidFill>
                  <a:schemeClr val="lt1"/>
                </a:solidFill>
                <a:latin typeface="+mn-lt"/>
                <a:ea typeface="+mn-ea"/>
                <a:cs typeface="+mn-cs"/>
              </a:rPr>
              <a:t>Qué características …</a:t>
            </a:r>
            <a:endParaRPr lang="es-EC" dirty="0"/>
          </a:p>
        </p:txBody>
      </p:sp>
      <p:sp>
        <p:nvSpPr>
          <p:cNvPr id="5" name="Rectángulo: esquinas redondeadas 4">
            <a:extLst>
              <a:ext uri="{FF2B5EF4-FFF2-40B4-BE49-F238E27FC236}">
                <a16:creationId xmlns:a16="http://schemas.microsoft.com/office/drawing/2014/main" id="{DFAB66AA-9F39-E22E-BDC1-CB6368D1E3D2}"/>
              </a:ext>
            </a:extLst>
          </p:cNvPr>
          <p:cNvSpPr/>
          <p:nvPr/>
        </p:nvSpPr>
        <p:spPr>
          <a:xfrm>
            <a:off x="3886200" y="1905000"/>
            <a:ext cx="2819400" cy="699387"/>
          </a:xfrm>
          <a:prstGeom prst="roundRect">
            <a:avLst/>
          </a:prstGeom>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C" sz="1800" dirty="0">
                <a:solidFill>
                  <a:schemeClr val="lt1"/>
                </a:solidFill>
                <a:latin typeface="+mn-lt"/>
                <a:ea typeface="+mn-ea"/>
                <a:cs typeface="+mn-cs"/>
              </a:rPr>
              <a:t>¿De qué manera se puede implementar el modelo…</a:t>
            </a:r>
            <a:endParaRPr lang="es-EC" dirty="0"/>
          </a:p>
        </p:txBody>
      </p:sp>
      <p:sp>
        <p:nvSpPr>
          <p:cNvPr id="6" name="Rectángulo: esquinas redondeadas 5">
            <a:extLst>
              <a:ext uri="{FF2B5EF4-FFF2-40B4-BE49-F238E27FC236}">
                <a16:creationId xmlns:a16="http://schemas.microsoft.com/office/drawing/2014/main" id="{9471F9AA-D591-721C-15CF-4EDBAE8BFB60}"/>
              </a:ext>
            </a:extLst>
          </p:cNvPr>
          <p:cNvSpPr/>
          <p:nvPr/>
        </p:nvSpPr>
        <p:spPr>
          <a:xfrm>
            <a:off x="7620000" y="1987993"/>
            <a:ext cx="2667000" cy="533400"/>
          </a:xfrm>
          <a:prstGeom prst="roundRect">
            <a:avLst/>
          </a:prstGeom>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C" sz="1800" dirty="0">
                <a:solidFill>
                  <a:schemeClr val="lt1"/>
                </a:solidFill>
                <a:latin typeface="+mn-lt"/>
                <a:ea typeface="+mn-ea"/>
                <a:cs typeface="+mn-cs"/>
              </a:rPr>
              <a:t>¿Cómo la evaluación…</a:t>
            </a:r>
            <a:endParaRPr lang="es-EC" dirty="0"/>
          </a:p>
        </p:txBody>
      </p:sp>
    </p:spTree>
    <p:extLst>
      <p:ext uri="{BB962C8B-B14F-4D97-AF65-F5344CB8AC3E}">
        <p14:creationId xmlns:p14="http://schemas.microsoft.com/office/powerpoint/2010/main" val="4212323173"/>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8759-C788-E025-8CC1-42F3ABCCC50F}"/>
            </a:ext>
          </a:extLst>
        </p:cNvPr>
        <p:cNvGrpSpPr/>
        <p:nvPr/>
      </p:nvGrpSpPr>
      <p:grpSpPr>
        <a:xfrm>
          <a:off x="0" y="0"/>
          <a:ext cx="0" cy="0"/>
          <a:chOff x="0" y="0"/>
          <a:chExt cx="0" cy="0"/>
        </a:xfrm>
      </p:grpSpPr>
      <p:sp>
        <p:nvSpPr>
          <p:cNvPr id="8" name="Google Shape;418;p38">
            <a:extLst>
              <a:ext uri="{FF2B5EF4-FFF2-40B4-BE49-F238E27FC236}">
                <a16:creationId xmlns:a16="http://schemas.microsoft.com/office/drawing/2014/main" id="{295BC765-CCE8-2555-4677-324747A67CCD}"/>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METODOLOGÍA:</a:t>
            </a:r>
            <a:endParaRPr lang="es-EC" sz="3733" b="1" dirty="0">
              <a:latin typeface="Times New Roman" panose="02020603050405020304" pitchFamily="18" charset="0"/>
              <a:cs typeface="Times New Roman" panose="02020603050405020304" pitchFamily="18" charset="0"/>
            </a:endParaRPr>
          </a:p>
        </p:txBody>
      </p:sp>
      <p:graphicFrame>
        <p:nvGraphicFramePr>
          <p:cNvPr id="2" name="Diagrama 1">
            <a:extLst>
              <a:ext uri="{FF2B5EF4-FFF2-40B4-BE49-F238E27FC236}">
                <a16:creationId xmlns:a16="http://schemas.microsoft.com/office/drawing/2014/main" id="{2FCD6E8E-B245-4C30-DB8F-85EBAD4B6608}"/>
              </a:ext>
            </a:extLst>
          </p:cNvPr>
          <p:cNvGraphicFramePr/>
          <p:nvPr>
            <p:extLst>
              <p:ext uri="{D42A27DB-BD31-4B8C-83A1-F6EECF244321}">
                <p14:modId xmlns:p14="http://schemas.microsoft.com/office/powerpoint/2010/main" val="3457153428"/>
              </p:ext>
            </p:extLst>
          </p:nvPr>
        </p:nvGraphicFramePr>
        <p:xfrm>
          <a:off x="236841" y="0"/>
          <a:ext cx="11506200" cy="7772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87029594"/>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02130761-8C9B-4140-B0CE-B0244D7DA3A8}"/>
              </a:ext>
            </a:extLst>
          </p:cNvPr>
          <p:cNvPicPr>
            <a:picLocks noChangeAspect="1"/>
          </p:cNvPicPr>
          <p:nvPr/>
        </p:nvPicPr>
        <p:blipFill>
          <a:blip r:embed="rId2"/>
          <a:stretch>
            <a:fillRect/>
          </a:stretch>
        </p:blipFill>
        <p:spPr>
          <a:xfrm>
            <a:off x="533400" y="1447800"/>
            <a:ext cx="9067800" cy="4070712"/>
          </a:xfrm>
          <a:prstGeom prst="rect">
            <a:avLst/>
          </a:prstGeom>
        </p:spPr>
      </p:pic>
      <p:sp>
        <p:nvSpPr>
          <p:cNvPr id="4" name="Google Shape;418;p38">
            <a:extLst>
              <a:ext uri="{FF2B5EF4-FFF2-40B4-BE49-F238E27FC236}">
                <a16:creationId xmlns:a16="http://schemas.microsoft.com/office/drawing/2014/main" id="{7CEBF9BB-0959-DACF-3682-69FB93B87B24}"/>
              </a:ext>
            </a:extLst>
          </p:cNvPr>
          <p:cNvSpPr txBox="1">
            <a:spLocks/>
          </p:cNvSpPr>
          <p:nvPr/>
        </p:nvSpPr>
        <p:spPr>
          <a:xfrm>
            <a:off x="533400" y="381000"/>
            <a:ext cx="28967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FASES:</a:t>
            </a:r>
            <a:endParaRPr lang="es-EC" sz="3733"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7429280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418;p38">
            <a:extLst>
              <a:ext uri="{FF2B5EF4-FFF2-40B4-BE49-F238E27FC236}">
                <a16:creationId xmlns:a16="http://schemas.microsoft.com/office/drawing/2014/main" id="{8011786D-892D-4D6C-F65F-E9487A7D584E}"/>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RESULTADO #1:</a:t>
            </a:r>
            <a:endParaRPr lang="es-EC" sz="3733" b="1" dirty="0">
              <a:latin typeface="Times New Roman" panose="02020603050405020304" pitchFamily="18" charset="0"/>
              <a:cs typeface="Times New Roman" panose="02020603050405020304" pitchFamily="18" charset="0"/>
            </a:endParaRPr>
          </a:p>
        </p:txBody>
      </p:sp>
      <p:pic>
        <p:nvPicPr>
          <p:cNvPr id="3" name="Imagen 2">
            <a:extLst>
              <a:ext uri="{FF2B5EF4-FFF2-40B4-BE49-F238E27FC236}">
                <a16:creationId xmlns:a16="http://schemas.microsoft.com/office/drawing/2014/main" id="{BC1DF3BB-8206-E26B-DFD6-9087456CAF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9092" y="863672"/>
            <a:ext cx="5446663" cy="6171706"/>
          </a:xfrm>
          <a:prstGeom prst="rect">
            <a:avLst/>
          </a:prstGeom>
        </p:spPr>
      </p:pic>
    </p:spTree>
    <p:extLst>
      <p:ext uri="{BB962C8B-B14F-4D97-AF65-F5344CB8AC3E}">
        <p14:creationId xmlns:p14="http://schemas.microsoft.com/office/powerpoint/2010/main" val="2042535706"/>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545FE-60B6-B31C-1B44-1D6279DE8A21}"/>
            </a:ext>
          </a:extLst>
        </p:cNvPr>
        <p:cNvGrpSpPr/>
        <p:nvPr/>
      </p:nvGrpSpPr>
      <p:grpSpPr>
        <a:xfrm>
          <a:off x="0" y="0"/>
          <a:ext cx="0" cy="0"/>
          <a:chOff x="0" y="0"/>
          <a:chExt cx="0" cy="0"/>
        </a:xfrm>
      </p:grpSpPr>
      <p:sp>
        <p:nvSpPr>
          <p:cNvPr id="4" name="Google Shape;418;p38">
            <a:extLst>
              <a:ext uri="{FF2B5EF4-FFF2-40B4-BE49-F238E27FC236}">
                <a16:creationId xmlns:a16="http://schemas.microsoft.com/office/drawing/2014/main" id="{79E3FD79-2F88-BDBF-1FC4-A56BE0944ECD}"/>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RESULTADO #1:</a:t>
            </a:r>
            <a:endParaRPr lang="es-EC" sz="3733" b="1" dirty="0">
              <a:latin typeface="Times New Roman" panose="02020603050405020304" pitchFamily="18" charset="0"/>
              <a:cs typeface="Times New Roman" panose="02020603050405020304" pitchFamily="18" charset="0"/>
            </a:endParaRPr>
          </a:p>
        </p:txBody>
      </p:sp>
      <p:pic>
        <p:nvPicPr>
          <p:cNvPr id="5" name="Imagen 4">
            <a:extLst>
              <a:ext uri="{FF2B5EF4-FFF2-40B4-BE49-F238E27FC236}">
                <a16:creationId xmlns:a16="http://schemas.microsoft.com/office/drawing/2014/main" id="{8566B91F-D9A3-2E4D-7D9E-5E943D023A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0" y="1524000"/>
            <a:ext cx="11049000" cy="4595956"/>
          </a:xfrm>
          <a:prstGeom prst="rect">
            <a:avLst/>
          </a:prstGeom>
        </p:spPr>
      </p:pic>
      <p:sp>
        <p:nvSpPr>
          <p:cNvPr id="6" name="Rectángulo: esquinas redondeadas 5">
            <a:extLst>
              <a:ext uri="{FF2B5EF4-FFF2-40B4-BE49-F238E27FC236}">
                <a16:creationId xmlns:a16="http://schemas.microsoft.com/office/drawing/2014/main" id="{F54F09D1-E3DB-3810-53C8-BEEE2BEDE7E9}"/>
              </a:ext>
            </a:extLst>
          </p:cNvPr>
          <p:cNvSpPr/>
          <p:nvPr/>
        </p:nvSpPr>
        <p:spPr>
          <a:xfrm>
            <a:off x="3303036" y="1174306"/>
            <a:ext cx="3833327" cy="699387"/>
          </a:xfrm>
          <a:prstGeom prst="roundRect">
            <a:avLst/>
          </a:prstGeom>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2800" dirty="0">
                <a:solidFill>
                  <a:schemeClr val="lt1"/>
                </a:solidFill>
                <a:latin typeface="+mn-lt"/>
                <a:ea typeface="+mn-ea"/>
                <a:cs typeface="+mn-cs"/>
              </a:rPr>
              <a:t>Constructor de prompt</a:t>
            </a:r>
            <a:endParaRPr lang="es-EC" sz="2800" dirty="0"/>
          </a:p>
        </p:txBody>
      </p:sp>
    </p:spTree>
    <p:extLst>
      <p:ext uri="{BB962C8B-B14F-4D97-AF65-F5344CB8AC3E}">
        <p14:creationId xmlns:p14="http://schemas.microsoft.com/office/powerpoint/2010/main" val="1211190536"/>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796E9-56EB-4552-E7E4-9913456DD871}"/>
            </a:ext>
          </a:extLst>
        </p:cNvPr>
        <p:cNvGrpSpPr/>
        <p:nvPr/>
      </p:nvGrpSpPr>
      <p:grpSpPr>
        <a:xfrm>
          <a:off x="0" y="0"/>
          <a:ext cx="0" cy="0"/>
          <a:chOff x="0" y="0"/>
          <a:chExt cx="0" cy="0"/>
        </a:xfrm>
      </p:grpSpPr>
      <p:pic>
        <p:nvPicPr>
          <p:cNvPr id="16" name="Imagen 15">
            <a:extLst>
              <a:ext uri="{FF2B5EF4-FFF2-40B4-BE49-F238E27FC236}">
                <a16:creationId xmlns:a16="http://schemas.microsoft.com/office/drawing/2014/main" id="{13614C2A-D14D-7D63-3C70-E9533109E3D2}"/>
              </a:ext>
            </a:extLst>
          </p:cNvPr>
          <p:cNvPicPr>
            <a:picLocks noChangeAspect="1"/>
          </p:cNvPicPr>
          <p:nvPr/>
        </p:nvPicPr>
        <p:blipFill>
          <a:blip r:embed="rId2"/>
          <a:srcRect b="25059"/>
          <a:stretch>
            <a:fillRect/>
          </a:stretch>
        </p:blipFill>
        <p:spPr>
          <a:xfrm>
            <a:off x="3459985" y="3418114"/>
            <a:ext cx="8297907" cy="3182285"/>
          </a:xfrm>
          <a:prstGeom prst="rect">
            <a:avLst/>
          </a:prstGeom>
        </p:spPr>
      </p:pic>
      <p:pic>
        <p:nvPicPr>
          <p:cNvPr id="14" name="Imagen 13">
            <a:extLst>
              <a:ext uri="{FF2B5EF4-FFF2-40B4-BE49-F238E27FC236}">
                <a16:creationId xmlns:a16="http://schemas.microsoft.com/office/drawing/2014/main" id="{A2A21157-BF95-FD37-22ED-A390F52D1C73}"/>
              </a:ext>
            </a:extLst>
          </p:cNvPr>
          <p:cNvPicPr>
            <a:picLocks noChangeAspect="1"/>
          </p:cNvPicPr>
          <p:nvPr/>
        </p:nvPicPr>
        <p:blipFill>
          <a:blip r:embed="rId3"/>
          <a:stretch>
            <a:fillRect/>
          </a:stretch>
        </p:blipFill>
        <p:spPr>
          <a:xfrm>
            <a:off x="34212" y="1254967"/>
            <a:ext cx="6061788" cy="3194325"/>
          </a:xfrm>
          <a:prstGeom prst="rect">
            <a:avLst/>
          </a:prstGeom>
        </p:spPr>
      </p:pic>
      <p:sp>
        <p:nvSpPr>
          <p:cNvPr id="2" name="Google Shape;418;p38">
            <a:extLst>
              <a:ext uri="{FF2B5EF4-FFF2-40B4-BE49-F238E27FC236}">
                <a16:creationId xmlns:a16="http://schemas.microsoft.com/office/drawing/2014/main" id="{7742539D-626B-C5CB-45D6-3000C9DAF304}"/>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RESULTADO #2:</a:t>
            </a:r>
            <a:endParaRPr lang="es-EC" sz="3733" b="1" dirty="0">
              <a:latin typeface="Times New Roman" panose="02020603050405020304" pitchFamily="18" charset="0"/>
              <a:cs typeface="Times New Roman" panose="02020603050405020304" pitchFamily="18" charset="0"/>
            </a:endParaRPr>
          </a:p>
        </p:txBody>
      </p:sp>
      <p:pic>
        <p:nvPicPr>
          <p:cNvPr id="7" name="Imagen 6">
            <a:extLst>
              <a:ext uri="{FF2B5EF4-FFF2-40B4-BE49-F238E27FC236}">
                <a16:creationId xmlns:a16="http://schemas.microsoft.com/office/drawing/2014/main" id="{87FADC97-13EC-6FDC-37C2-A9146212DACD}"/>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9545740" y="4495800"/>
            <a:ext cx="1862138" cy="1752600"/>
          </a:xfrm>
          <a:prstGeom prst="rect">
            <a:avLst/>
          </a:prstGeom>
        </p:spPr>
      </p:pic>
      <p:pic>
        <p:nvPicPr>
          <p:cNvPr id="9" name="Gráfico 8">
            <a:extLst>
              <a:ext uri="{FF2B5EF4-FFF2-40B4-BE49-F238E27FC236}">
                <a16:creationId xmlns:a16="http://schemas.microsoft.com/office/drawing/2014/main" id="{4831A59F-2089-C0B6-46A4-1390E02339D3}"/>
              </a:ext>
            </a:extLst>
          </p:cNvPr>
          <p:cNvPicPr>
            <a:picLocks noChangeAspect="1"/>
          </p:cNvPicPr>
          <p:nvPr/>
        </p:nvPicPr>
        <p:blipFill>
          <a:blip r:embed="rId6">
            <a:extLst>
              <a:ext uri="{96DAC541-7B7A-43D3-8B79-37D633B846F1}">
                <asvg:svgBlip xmlns:asvg="http://schemas.microsoft.com/office/drawing/2016/SVG/main" r:embed="rId7"/>
              </a:ext>
              <a:ext uri="{837473B0-CC2E-450A-ABE3-18F120FF3D39}">
                <a1611:picAttrSrcUrl xmlns:a1611="http://schemas.microsoft.com/office/drawing/2016/11/main" r:id="rId8"/>
              </a:ext>
            </a:extLst>
          </a:blip>
          <a:stretch>
            <a:fillRect/>
          </a:stretch>
        </p:blipFill>
        <p:spPr>
          <a:xfrm>
            <a:off x="5486400" y="832570"/>
            <a:ext cx="2800951" cy="2371045"/>
          </a:xfrm>
          <a:prstGeom prst="rect">
            <a:avLst/>
          </a:prstGeom>
        </p:spPr>
      </p:pic>
    </p:spTree>
    <p:extLst>
      <p:ext uri="{BB962C8B-B14F-4D97-AF65-F5344CB8AC3E}">
        <p14:creationId xmlns:p14="http://schemas.microsoft.com/office/powerpoint/2010/main" val="201277112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7AB37-F7EB-C802-6B9E-BAD3B4A7F608}"/>
            </a:ext>
          </a:extLst>
        </p:cNvPr>
        <p:cNvGrpSpPr/>
        <p:nvPr/>
      </p:nvGrpSpPr>
      <p:grpSpPr>
        <a:xfrm>
          <a:off x="0" y="0"/>
          <a:ext cx="0" cy="0"/>
          <a:chOff x="0" y="0"/>
          <a:chExt cx="0" cy="0"/>
        </a:xfrm>
      </p:grpSpPr>
      <p:sp>
        <p:nvSpPr>
          <p:cNvPr id="2" name="Google Shape;418;p38">
            <a:extLst>
              <a:ext uri="{FF2B5EF4-FFF2-40B4-BE49-F238E27FC236}">
                <a16:creationId xmlns:a16="http://schemas.microsoft.com/office/drawing/2014/main" id="{D53571D6-E252-C93E-B8AE-6384FBC16DB9}"/>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RESULTADO #2:</a:t>
            </a:r>
            <a:endParaRPr lang="es-EC" sz="3733" b="1" dirty="0">
              <a:latin typeface="Times New Roman" panose="02020603050405020304" pitchFamily="18" charset="0"/>
              <a:cs typeface="Times New Roman" panose="02020603050405020304" pitchFamily="18" charset="0"/>
            </a:endParaRPr>
          </a:p>
        </p:txBody>
      </p:sp>
      <p:pic>
        <p:nvPicPr>
          <p:cNvPr id="4" name="Imagen 3">
            <a:extLst>
              <a:ext uri="{FF2B5EF4-FFF2-40B4-BE49-F238E27FC236}">
                <a16:creationId xmlns:a16="http://schemas.microsoft.com/office/drawing/2014/main" id="{67973B85-F1B4-CF39-EBFF-7CB6C8F8DF32}"/>
              </a:ext>
            </a:extLst>
          </p:cNvPr>
          <p:cNvPicPr>
            <a:picLocks noChangeAspect="1"/>
          </p:cNvPicPr>
          <p:nvPr/>
        </p:nvPicPr>
        <p:blipFill>
          <a:blip r:embed="rId2"/>
          <a:srcRect l="1" r="44728"/>
          <a:stretch>
            <a:fillRect/>
          </a:stretch>
        </p:blipFill>
        <p:spPr>
          <a:xfrm>
            <a:off x="206362" y="1752600"/>
            <a:ext cx="5555478" cy="4651138"/>
          </a:xfrm>
          <a:prstGeom prst="rect">
            <a:avLst/>
          </a:prstGeom>
        </p:spPr>
      </p:pic>
      <p:pic>
        <p:nvPicPr>
          <p:cNvPr id="27" name="Imagen 26">
            <a:extLst>
              <a:ext uri="{FF2B5EF4-FFF2-40B4-BE49-F238E27FC236}">
                <a16:creationId xmlns:a16="http://schemas.microsoft.com/office/drawing/2014/main" id="{4D7A24EB-29A4-5E41-C0F4-5907C8D8B753}"/>
              </a:ext>
            </a:extLst>
          </p:cNvPr>
          <p:cNvPicPr>
            <a:picLocks noChangeAspect="1"/>
          </p:cNvPicPr>
          <p:nvPr/>
        </p:nvPicPr>
        <p:blipFill>
          <a:blip r:embed="rId3"/>
          <a:stretch>
            <a:fillRect/>
          </a:stretch>
        </p:blipFill>
        <p:spPr>
          <a:xfrm>
            <a:off x="4151746" y="3797181"/>
            <a:ext cx="3219450" cy="561975"/>
          </a:xfrm>
          <a:prstGeom prst="rect">
            <a:avLst/>
          </a:prstGeom>
        </p:spPr>
      </p:pic>
      <p:pic>
        <p:nvPicPr>
          <p:cNvPr id="20" name="Imagen 19">
            <a:extLst>
              <a:ext uri="{FF2B5EF4-FFF2-40B4-BE49-F238E27FC236}">
                <a16:creationId xmlns:a16="http://schemas.microsoft.com/office/drawing/2014/main" id="{4C9E82BE-47ED-2032-4768-41A818671C57}"/>
              </a:ext>
            </a:extLst>
          </p:cNvPr>
          <p:cNvPicPr>
            <a:picLocks noChangeAspect="1"/>
          </p:cNvPicPr>
          <p:nvPr/>
        </p:nvPicPr>
        <p:blipFill>
          <a:blip r:embed="rId4"/>
          <a:stretch>
            <a:fillRect/>
          </a:stretch>
        </p:blipFill>
        <p:spPr>
          <a:xfrm>
            <a:off x="5761839" y="2543474"/>
            <a:ext cx="5994291" cy="2530737"/>
          </a:xfrm>
          <a:prstGeom prst="rect">
            <a:avLst/>
          </a:prstGeom>
        </p:spPr>
      </p:pic>
      <p:sp>
        <p:nvSpPr>
          <p:cNvPr id="21" name="CuadroTexto 20">
            <a:extLst>
              <a:ext uri="{FF2B5EF4-FFF2-40B4-BE49-F238E27FC236}">
                <a16:creationId xmlns:a16="http://schemas.microsoft.com/office/drawing/2014/main" id="{B82F96F5-1111-43C6-6734-9FA0D5665D35}"/>
              </a:ext>
            </a:extLst>
          </p:cNvPr>
          <p:cNvSpPr txBox="1"/>
          <p:nvPr/>
        </p:nvSpPr>
        <p:spPr>
          <a:xfrm>
            <a:off x="1025284" y="1772453"/>
            <a:ext cx="3986941" cy="634341"/>
          </a:xfrm>
          <a:prstGeom prst="rect">
            <a:avLst/>
          </a:prstGeom>
          <a:noFill/>
          <a:ln>
            <a:solidFill>
              <a:srgbClr val="00B050"/>
            </a:solidFill>
          </a:ln>
          <a:scene3d>
            <a:camera prst="orthographicFront"/>
            <a:lightRig rig="threePt" dir="t"/>
          </a:scene3d>
          <a:sp3d>
            <a:bevelT/>
          </a:sp3d>
        </p:spPr>
        <p:txBody>
          <a:bodyPr wrap="square" rtlCol="0">
            <a:spAutoFit/>
          </a:bodyPr>
          <a:lstStyle/>
          <a:p>
            <a:pPr algn="ctr">
              <a:lnSpc>
                <a:spcPct val="150000"/>
              </a:lnSpc>
              <a:spcAft>
                <a:spcPts val="1067"/>
              </a:spcAft>
            </a:pPr>
            <a:r>
              <a:rPr lang="es-419"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rPr>
              <a:t>Introducción</a:t>
            </a:r>
            <a:endParaRPr lang="es-EC"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endParaRPr>
          </a:p>
        </p:txBody>
      </p:sp>
      <p:sp>
        <p:nvSpPr>
          <p:cNvPr id="22" name="CuadroTexto 21">
            <a:extLst>
              <a:ext uri="{FF2B5EF4-FFF2-40B4-BE49-F238E27FC236}">
                <a16:creationId xmlns:a16="http://schemas.microsoft.com/office/drawing/2014/main" id="{C03DF735-CF1C-D250-1578-0D59FC4F833D}"/>
              </a:ext>
            </a:extLst>
          </p:cNvPr>
          <p:cNvSpPr txBox="1"/>
          <p:nvPr/>
        </p:nvSpPr>
        <p:spPr>
          <a:xfrm>
            <a:off x="1025284" y="2771361"/>
            <a:ext cx="3986941" cy="634341"/>
          </a:xfrm>
          <a:prstGeom prst="rect">
            <a:avLst/>
          </a:prstGeom>
          <a:noFill/>
          <a:ln>
            <a:solidFill>
              <a:srgbClr val="00B050"/>
            </a:solidFill>
          </a:ln>
          <a:scene3d>
            <a:camera prst="orthographicFront"/>
            <a:lightRig rig="threePt" dir="t"/>
          </a:scene3d>
          <a:sp3d>
            <a:bevelT/>
          </a:sp3d>
        </p:spPr>
        <p:txBody>
          <a:bodyPr wrap="square" rtlCol="0">
            <a:spAutoFit/>
          </a:bodyPr>
          <a:lstStyle/>
          <a:p>
            <a:pPr algn="ctr">
              <a:lnSpc>
                <a:spcPct val="150000"/>
              </a:lnSpc>
              <a:spcAft>
                <a:spcPts val="1067"/>
              </a:spcAft>
            </a:pPr>
            <a:r>
              <a:rPr lang="es-419"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rPr>
              <a:t>Conceptos Clave</a:t>
            </a:r>
            <a:endParaRPr lang="es-EC"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endParaRPr>
          </a:p>
        </p:txBody>
      </p:sp>
      <p:sp>
        <p:nvSpPr>
          <p:cNvPr id="23" name="CuadroTexto 22">
            <a:extLst>
              <a:ext uri="{FF2B5EF4-FFF2-40B4-BE49-F238E27FC236}">
                <a16:creationId xmlns:a16="http://schemas.microsoft.com/office/drawing/2014/main" id="{CF0C584C-2DE1-B2C5-083A-4727231BD453}"/>
              </a:ext>
            </a:extLst>
          </p:cNvPr>
          <p:cNvSpPr txBox="1"/>
          <p:nvPr/>
        </p:nvSpPr>
        <p:spPr>
          <a:xfrm>
            <a:off x="1025284" y="5768085"/>
            <a:ext cx="3986941" cy="634341"/>
          </a:xfrm>
          <a:prstGeom prst="rect">
            <a:avLst/>
          </a:prstGeom>
          <a:noFill/>
          <a:ln>
            <a:solidFill>
              <a:srgbClr val="00B050"/>
            </a:solidFill>
          </a:ln>
          <a:scene3d>
            <a:camera prst="orthographicFront"/>
            <a:lightRig rig="threePt" dir="t"/>
          </a:scene3d>
          <a:sp3d>
            <a:bevelT/>
          </a:sp3d>
        </p:spPr>
        <p:txBody>
          <a:bodyPr wrap="square" rtlCol="0">
            <a:spAutoFit/>
          </a:bodyPr>
          <a:lstStyle/>
          <a:p>
            <a:pPr algn="ctr">
              <a:lnSpc>
                <a:spcPct val="150000"/>
              </a:lnSpc>
              <a:spcAft>
                <a:spcPts val="1067"/>
              </a:spcAft>
            </a:pPr>
            <a:r>
              <a:rPr lang="es-419"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rPr>
              <a:t>Aplicaciones Prácticas</a:t>
            </a:r>
            <a:endParaRPr lang="es-EC"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endParaRPr>
          </a:p>
        </p:txBody>
      </p:sp>
      <p:sp>
        <p:nvSpPr>
          <p:cNvPr id="24" name="CuadroTexto 23">
            <a:extLst>
              <a:ext uri="{FF2B5EF4-FFF2-40B4-BE49-F238E27FC236}">
                <a16:creationId xmlns:a16="http://schemas.microsoft.com/office/drawing/2014/main" id="{C81A19C5-9002-5DAA-8DAA-5629E6625D6D}"/>
              </a:ext>
            </a:extLst>
          </p:cNvPr>
          <p:cNvSpPr txBox="1"/>
          <p:nvPr/>
        </p:nvSpPr>
        <p:spPr>
          <a:xfrm>
            <a:off x="1025284" y="4769177"/>
            <a:ext cx="3986941" cy="634341"/>
          </a:xfrm>
          <a:prstGeom prst="rect">
            <a:avLst/>
          </a:prstGeom>
          <a:noFill/>
          <a:ln>
            <a:solidFill>
              <a:srgbClr val="00B050"/>
            </a:solidFill>
          </a:ln>
          <a:scene3d>
            <a:camera prst="orthographicFront"/>
            <a:lightRig rig="threePt" dir="t"/>
          </a:scene3d>
          <a:sp3d>
            <a:bevelT/>
          </a:sp3d>
        </p:spPr>
        <p:txBody>
          <a:bodyPr wrap="square" rtlCol="0">
            <a:spAutoFit/>
          </a:bodyPr>
          <a:lstStyle/>
          <a:p>
            <a:pPr algn="ctr">
              <a:lnSpc>
                <a:spcPct val="150000"/>
              </a:lnSpc>
              <a:spcAft>
                <a:spcPts val="1067"/>
              </a:spcAft>
            </a:pPr>
            <a:r>
              <a:rPr lang="es-419"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rPr>
              <a:t>Ejemplo Resuelto</a:t>
            </a:r>
          </a:p>
        </p:txBody>
      </p:sp>
      <p:sp>
        <p:nvSpPr>
          <p:cNvPr id="25" name="CuadroTexto 24">
            <a:extLst>
              <a:ext uri="{FF2B5EF4-FFF2-40B4-BE49-F238E27FC236}">
                <a16:creationId xmlns:a16="http://schemas.microsoft.com/office/drawing/2014/main" id="{3CFDF74C-E1C3-33CB-D4D6-22E95B9FEACE}"/>
              </a:ext>
            </a:extLst>
          </p:cNvPr>
          <p:cNvSpPr txBox="1"/>
          <p:nvPr/>
        </p:nvSpPr>
        <p:spPr>
          <a:xfrm>
            <a:off x="1025284" y="3770269"/>
            <a:ext cx="3986941" cy="634341"/>
          </a:xfrm>
          <a:prstGeom prst="rect">
            <a:avLst/>
          </a:prstGeom>
          <a:noFill/>
          <a:ln>
            <a:solidFill>
              <a:srgbClr val="00B050"/>
            </a:solidFill>
          </a:ln>
          <a:scene3d>
            <a:camera prst="orthographicFront"/>
            <a:lightRig rig="threePt" dir="t"/>
          </a:scene3d>
          <a:sp3d>
            <a:bevelT/>
          </a:sp3d>
        </p:spPr>
        <p:txBody>
          <a:bodyPr wrap="square" rtlCol="0">
            <a:spAutoFit/>
          </a:bodyPr>
          <a:lstStyle/>
          <a:p>
            <a:pPr algn="ctr">
              <a:lnSpc>
                <a:spcPct val="150000"/>
              </a:lnSpc>
              <a:spcAft>
                <a:spcPts val="1067"/>
              </a:spcAft>
            </a:pPr>
            <a:r>
              <a:rPr lang="es-419"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rPr>
              <a:t>Fórmulas Importantes</a:t>
            </a:r>
            <a:endParaRPr lang="es-EC" sz="2667" b="1" kern="100" dirty="0">
              <a:solidFill>
                <a:srgbClr val="000000"/>
              </a:solidFill>
              <a:latin typeface="Times New Roman" panose="02020603050405020304" pitchFamily="18"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00502439"/>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DDCB-17BF-3266-21E0-C4E53980387E}"/>
            </a:ext>
          </a:extLst>
        </p:cNvPr>
        <p:cNvGrpSpPr/>
        <p:nvPr/>
      </p:nvGrpSpPr>
      <p:grpSpPr>
        <a:xfrm>
          <a:off x="0" y="0"/>
          <a:ext cx="0" cy="0"/>
          <a:chOff x="0" y="0"/>
          <a:chExt cx="0" cy="0"/>
        </a:xfrm>
      </p:grpSpPr>
      <p:sp>
        <p:nvSpPr>
          <p:cNvPr id="2" name="Google Shape;418;p38">
            <a:extLst>
              <a:ext uri="{FF2B5EF4-FFF2-40B4-BE49-F238E27FC236}">
                <a16:creationId xmlns:a16="http://schemas.microsoft.com/office/drawing/2014/main" id="{7AC36639-22A9-7D9D-EAD6-54DAA3449670}"/>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RESULTADO #2:</a:t>
            </a:r>
            <a:endParaRPr lang="es-EC" sz="3733" b="1" dirty="0">
              <a:latin typeface="Times New Roman" panose="02020603050405020304" pitchFamily="18" charset="0"/>
              <a:cs typeface="Times New Roman" panose="02020603050405020304" pitchFamily="18" charset="0"/>
            </a:endParaRPr>
          </a:p>
        </p:txBody>
      </p:sp>
      <p:pic>
        <p:nvPicPr>
          <p:cNvPr id="4" name="Imagen 3">
            <a:extLst>
              <a:ext uri="{FF2B5EF4-FFF2-40B4-BE49-F238E27FC236}">
                <a16:creationId xmlns:a16="http://schemas.microsoft.com/office/drawing/2014/main" id="{2F4E2BFE-5B47-FA10-8CFF-4F1929551527}"/>
              </a:ext>
            </a:extLst>
          </p:cNvPr>
          <p:cNvPicPr>
            <a:picLocks noChangeAspect="1"/>
          </p:cNvPicPr>
          <p:nvPr/>
        </p:nvPicPr>
        <p:blipFill>
          <a:blip r:embed="rId2"/>
          <a:stretch>
            <a:fillRect/>
          </a:stretch>
        </p:blipFill>
        <p:spPr>
          <a:xfrm>
            <a:off x="269637" y="1247900"/>
            <a:ext cx="9516759" cy="5476917"/>
          </a:xfrm>
          <a:prstGeom prst="rect">
            <a:avLst/>
          </a:prstGeom>
        </p:spPr>
      </p:pic>
    </p:spTree>
    <p:extLst>
      <p:ext uri="{BB962C8B-B14F-4D97-AF65-F5344CB8AC3E}">
        <p14:creationId xmlns:p14="http://schemas.microsoft.com/office/powerpoint/2010/main" val="2004981254"/>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BE422-172C-18EC-7C29-5CD0EF6F8792}"/>
            </a:ext>
          </a:extLst>
        </p:cNvPr>
        <p:cNvGrpSpPr/>
        <p:nvPr/>
      </p:nvGrpSpPr>
      <p:grpSpPr>
        <a:xfrm>
          <a:off x="0" y="0"/>
          <a:ext cx="0" cy="0"/>
          <a:chOff x="0" y="0"/>
          <a:chExt cx="0" cy="0"/>
        </a:xfrm>
      </p:grpSpPr>
      <p:sp>
        <p:nvSpPr>
          <p:cNvPr id="2" name="Google Shape;418;p38">
            <a:extLst>
              <a:ext uri="{FF2B5EF4-FFF2-40B4-BE49-F238E27FC236}">
                <a16:creationId xmlns:a16="http://schemas.microsoft.com/office/drawing/2014/main" id="{D2BB26B6-32F0-1749-B75B-094B4CF59312}"/>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RESULTADO #3:</a:t>
            </a:r>
            <a:endParaRPr lang="es-EC" sz="3733" b="1" dirty="0">
              <a:latin typeface="Times New Roman" panose="02020603050405020304" pitchFamily="18" charset="0"/>
              <a:cs typeface="Times New Roman" panose="02020603050405020304" pitchFamily="18" charset="0"/>
            </a:endParaRPr>
          </a:p>
        </p:txBody>
      </p:sp>
      <p:sp>
        <p:nvSpPr>
          <p:cNvPr id="3" name="Rectángulo 2">
            <a:extLst>
              <a:ext uri="{FF2B5EF4-FFF2-40B4-BE49-F238E27FC236}">
                <a16:creationId xmlns:a16="http://schemas.microsoft.com/office/drawing/2014/main" id="{83F420AB-5E44-25A4-CC0C-9F2C2AC694BD}"/>
              </a:ext>
            </a:extLst>
          </p:cNvPr>
          <p:cNvSpPr/>
          <p:nvPr/>
        </p:nvSpPr>
        <p:spPr>
          <a:xfrm>
            <a:off x="2388678" y="1752600"/>
            <a:ext cx="5147492" cy="4419600"/>
          </a:xfrm>
          <a:prstGeom prst="rect">
            <a:avLst/>
          </a:prstGeom>
          <a:blipFill>
            <a:blip r:embed="rId2"/>
            <a:srcRect/>
            <a:stretch>
              <a:fillRect t="-9000" b="-9000"/>
            </a:stretch>
          </a:blipFill>
        </p:spPr>
        <p:style>
          <a:lnRef idx="1">
            <a:schemeClr val="lt1">
              <a:hueOff val="0"/>
              <a:satOff val="0"/>
              <a:lumOff val="0"/>
              <a:alphaOff val="0"/>
            </a:schemeClr>
          </a:lnRef>
          <a:fillRef idx="1">
            <a:scrgbClr r="0" g="0" b="0"/>
          </a:fillRef>
          <a:effectRef idx="1">
            <a:schemeClr val="accent4">
              <a:tint val="50000"/>
              <a:hueOff val="-3925392"/>
              <a:satOff val="19763"/>
              <a:lumOff val="12722"/>
              <a:alphaOff val="0"/>
            </a:schemeClr>
          </a:effectRef>
          <a:fontRef idx="minor">
            <a:schemeClr val="lt1">
              <a:hueOff val="0"/>
              <a:satOff val="0"/>
              <a:lumOff val="0"/>
              <a:alphaOff val="0"/>
            </a:schemeClr>
          </a:fontRef>
        </p:style>
      </p:sp>
    </p:spTree>
    <p:extLst>
      <p:ext uri="{BB962C8B-B14F-4D97-AF65-F5344CB8AC3E}">
        <p14:creationId xmlns:p14="http://schemas.microsoft.com/office/powerpoint/2010/main" val="3544604202"/>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5405A-1B82-EE76-31CF-B54032333370}"/>
            </a:ext>
          </a:extLst>
        </p:cNvPr>
        <p:cNvGrpSpPr/>
        <p:nvPr/>
      </p:nvGrpSpPr>
      <p:grpSpPr>
        <a:xfrm>
          <a:off x="0" y="0"/>
          <a:ext cx="0" cy="0"/>
          <a:chOff x="0" y="0"/>
          <a:chExt cx="0" cy="0"/>
        </a:xfrm>
      </p:grpSpPr>
      <p:sp>
        <p:nvSpPr>
          <p:cNvPr id="2" name="Google Shape;418;p38">
            <a:extLst>
              <a:ext uri="{FF2B5EF4-FFF2-40B4-BE49-F238E27FC236}">
                <a16:creationId xmlns:a16="http://schemas.microsoft.com/office/drawing/2014/main" id="{39C2A17B-D38F-2C2A-926F-6557BDB2C097}"/>
              </a:ext>
            </a:extLst>
          </p:cNvPr>
          <p:cNvSpPr txBox="1">
            <a:spLocks/>
          </p:cNvSpPr>
          <p:nvPr/>
        </p:nvSpPr>
        <p:spPr>
          <a:xfrm>
            <a:off x="236841" y="133183"/>
            <a:ext cx="4725583"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CONCLUSIONES</a:t>
            </a:r>
            <a:endParaRPr lang="es-EC" sz="3733" b="1" dirty="0">
              <a:latin typeface="Times New Roman" panose="02020603050405020304" pitchFamily="18" charset="0"/>
              <a:cs typeface="Times New Roman" panose="02020603050405020304" pitchFamily="18" charset="0"/>
            </a:endParaRPr>
          </a:p>
        </p:txBody>
      </p:sp>
      <p:sp>
        <p:nvSpPr>
          <p:cNvPr id="7" name="CuadroTexto 6">
            <a:extLst>
              <a:ext uri="{FF2B5EF4-FFF2-40B4-BE49-F238E27FC236}">
                <a16:creationId xmlns:a16="http://schemas.microsoft.com/office/drawing/2014/main" id="{09810E0D-C1DF-120E-4F1D-1EE149F39297}"/>
              </a:ext>
            </a:extLst>
          </p:cNvPr>
          <p:cNvSpPr txBox="1"/>
          <p:nvPr/>
        </p:nvSpPr>
        <p:spPr>
          <a:xfrm>
            <a:off x="398106" y="1143000"/>
            <a:ext cx="9050694" cy="5047536"/>
          </a:xfrm>
          <a:prstGeom prst="rect">
            <a:avLst/>
          </a:prstGeom>
          <a:noFill/>
        </p:spPr>
        <p:txBody>
          <a:bodyPr wrap="square" rtlCol="0">
            <a:spAutoFit/>
          </a:bodyPr>
          <a:lstStyle/>
          <a:p>
            <a:pPr marL="285750" indent="-285750" algn="just">
              <a:spcAft>
                <a:spcPts val="600"/>
              </a:spcAft>
              <a:buFont typeface="Arial" panose="020B0604020202020204" pitchFamily="34" charset="0"/>
              <a:buChar char="•"/>
            </a:pPr>
            <a:r>
              <a:rPr lang="es-419" sz="2400" dirty="0"/>
              <a:t>Se logró formular un modelo cualitativo que funciona como una guía efectiva para crear software educativo con Inteligencia Artificial, combinando un flujo de trabajo controlado, una metodología de instrucciones precisas (prompts) y una estrategia de apoyo progresivo (andamiaje).</a:t>
            </a:r>
          </a:p>
          <a:p>
            <a:pPr marL="285750" indent="-285750" algn="just">
              <a:spcAft>
                <a:spcPts val="600"/>
              </a:spcAft>
              <a:buFont typeface="Arial" panose="020B0604020202020204" pitchFamily="34" charset="0"/>
              <a:buChar char="•"/>
            </a:pPr>
            <a:r>
              <a:rPr lang="es-419" sz="2400" dirty="0"/>
              <a:t>Se diseñó una arquitectura técnica que especifica cómo utilizar una API de IA Generativa de forma segura y pedagógicamente relevante, destacando un "bucle de validación" para filtrar temas y un "constructor de prompts" para garantizar contenido de calidad.</a:t>
            </a:r>
          </a:p>
          <a:p>
            <a:pPr marL="285750" indent="-285750" algn="just">
              <a:spcAft>
                <a:spcPts val="600"/>
              </a:spcAft>
              <a:buFont typeface="Arial" panose="020B0604020202020204" pitchFamily="34" charset="0"/>
              <a:buChar char="•"/>
            </a:pPr>
            <a:r>
              <a:rPr lang="es-419" sz="2400" dirty="0"/>
              <a:t>Se construyó con éxito la aplicación web "</a:t>
            </a:r>
            <a:r>
              <a:rPr lang="es-419" sz="2400" dirty="0" err="1"/>
              <a:t>TrigTutor</a:t>
            </a:r>
            <a:r>
              <a:rPr lang="es-419" sz="2400" dirty="0"/>
              <a:t> IA", la cual sirve como una instancia práctica y funcional que demuestra la viabilidad del modelo teórico propuesto.</a:t>
            </a:r>
          </a:p>
        </p:txBody>
      </p:sp>
    </p:spTree>
    <p:extLst>
      <p:ext uri="{BB962C8B-B14F-4D97-AF65-F5344CB8AC3E}">
        <p14:creationId xmlns:p14="http://schemas.microsoft.com/office/powerpoint/2010/main" val="140831239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1C00A-2D36-E81E-61E2-E50464CC5257}"/>
            </a:ext>
          </a:extLst>
        </p:cNvPr>
        <p:cNvGrpSpPr/>
        <p:nvPr/>
      </p:nvGrpSpPr>
      <p:grpSpPr>
        <a:xfrm>
          <a:off x="0" y="0"/>
          <a:ext cx="0" cy="0"/>
          <a:chOff x="0" y="0"/>
          <a:chExt cx="0" cy="0"/>
        </a:xfrm>
      </p:grpSpPr>
      <p:sp>
        <p:nvSpPr>
          <p:cNvPr id="2" name="Google Shape;418;p38">
            <a:extLst>
              <a:ext uri="{FF2B5EF4-FFF2-40B4-BE49-F238E27FC236}">
                <a16:creationId xmlns:a16="http://schemas.microsoft.com/office/drawing/2014/main" id="{C83F7254-E362-F8E9-50D0-AFCD3B59ECCC}"/>
              </a:ext>
            </a:extLst>
          </p:cNvPr>
          <p:cNvSpPr txBox="1">
            <a:spLocks/>
          </p:cNvSpPr>
          <p:nvPr/>
        </p:nvSpPr>
        <p:spPr>
          <a:xfrm>
            <a:off x="617841" y="228600"/>
            <a:ext cx="5478159" cy="699387"/>
          </a:xfrm>
          <a:prstGeom prst="rect">
            <a:avLst/>
          </a:prstGeom>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s-419" sz="3733" b="1" dirty="0">
                <a:latin typeface="Times New Roman" panose="02020603050405020304" pitchFamily="18" charset="0"/>
                <a:cs typeface="Times New Roman" panose="02020603050405020304" pitchFamily="18" charset="0"/>
              </a:rPr>
              <a:t>RECOMENDACIONES</a:t>
            </a:r>
            <a:endParaRPr lang="es-EC" sz="3733" b="1" dirty="0">
              <a:latin typeface="Times New Roman" panose="02020603050405020304" pitchFamily="18" charset="0"/>
              <a:cs typeface="Times New Roman" panose="02020603050405020304" pitchFamily="18" charset="0"/>
            </a:endParaRPr>
          </a:p>
        </p:txBody>
      </p:sp>
      <p:sp>
        <p:nvSpPr>
          <p:cNvPr id="5" name="CuadroTexto 4">
            <a:extLst>
              <a:ext uri="{FF2B5EF4-FFF2-40B4-BE49-F238E27FC236}">
                <a16:creationId xmlns:a16="http://schemas.microsoft.com/office/drawing/2014/main" id="{7227FEF2-5C9D-E828-E750-087EF7B6E253}"/>
              </a:ext>
            </a:extLst>
          </p:cNvPr>
          <p:cNvSpPr txBox="1"/>
          <p:nvPr/>
        </p:nvSpPr>
        <p:spPr>
          <a:xfrm>
            <a:off x="10886" y="1295400"/>
            <a:ext cx="9677400" cy="5124480"/>
          </a:xfrm>
          <a:prstGeom prst="rect">
            <a:avLst/>
          </a:prstGeom>
          <a:noFill/>
        </p:spPr>
        <p:txBody>
          <a:bodyPr wrap="square" rtlCol="0">
            <a:spAutoFit/>
          </a:bodyPr>
          <a:lstStyle/>
          <a:p>
            <a:pPr marL="285750" indent="-285750" algn="just">
              <a:spcAft>
                <a:spcPts val="600"/>
              </a:spcAft>
              <a:buFont typeface="Arial" panose="020B0604020202020204" pitchFamily="34" charset="0"/>
              <a:buChar char="•"/>
            </a:pPr>
            <a:r>
              <a:rPr lang="es-419" sz="2400" dirty="0"/>
              <a:t>Se recomienda adaptar el modelo cualitativo para desarrollar herramientas educativas en otras áreas del conocimiento, aprovechando la flexibilidad de su arquitectura.</a:t>
            </a:r>
          </a:p>
          <a:p>
            <a:pPr marL="285750" indent="-285750" algn="just">
              <a:spcAft>
                <a:spcPts val="600"/>
              </a:spcAft>
              <a:buFont typeface="Arial" panose="020B0604020202020204" pitchFamily="34" charset="0"/>
              <a:buChar char="•"/>
            </a:pPr>
            <a:r>
              <a:rPr lang="es-419" sz="2400" dirty="0"/>
              <a:t>Se sugiere realizar investigaciones a largo plazo para evaluar cómo el uso continuo de "</a:t>
            </a:r>
            <a:r>
              <a:rPr lang="es-419" sz="2400" dirty="0" err="1"/>
              <a:t>TrigTutor</a:t>
            </a:r>
            <a:r>
              <a:rPr lang="es-419" sz="2400" dirty="0"/>
              <a:t> IA" afecta el rendimiento académico y la retención de conceptos en los estudiantes a lo largo del tiempo.</a:t>
            </a:r>
          </a:p>
          <a:p>
            <a:pPr marL="285750" indent="-285750" algn="just">
              <a:spcAft>
                <a:spcPts val="600"/>
              </a:spcAft>
              <a:buFont typeface="Arial" panose="020B0604020202020204" pitchFamily="34" charset="0"/>
              <a:buChar char="•"/>
            </a:pPr>
            <a:r>
              <a:rPr lang="es-419" sz="2400" dirty="0"/>
              <a:t>Se propone añadir un panel de control en la aplicación para que los docentes puedan supervisar el progreso de los estudiantes, reforzando el papel de la herramienta como un complemento tecnológico en el aula.</a:t>
            </a:r>
          </a:p>
          <a:p>
            <a:pPr marL="285750" indent="-285750" algn="just">
              <a:spcAft>
                <a:spcPts val="600"/>
              </a:spcAft>
              <a:buFont typeface="Arial" panose="020B0604020202020204" pitchFamily="34" charset="0"/>
              <a:buChar char="•"/>
            </a:pPr>
            <a:r>
              <a:rPr lang="es-419" sz="2400" dirty="0"/>
              <a:t>Se aconseja explorar e integrar futuras capacidades de la IA, como la generación automática de gráficos y videos explicativos, para hacer el aprendizaje más dinámico y accesible.</a:t>
            </a:r>
            <a:endParaRPr lang="es-EC" sz="2400" dirty="0"/>
          </a:p>
        </p:txBody>
      </p:sp>
    </p:spTree>
    <p:extLst>
      <p:ext uri="{BB962C8B-B14F-4D97-AF65-F5344CB8AC3E}">
        <p14:creationId xmlns:p14="http://schemas.microsoft.com/office/powerpoint/2010/main" val="2221658551"/>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C0178-54A6-F687-C1F8-D91B7D8B73AF}"/>
            </a:ext>
          </a:extLst>
        </p:cNvPr>
        <p:cNvGrpSpPr/>
        <p:nvPr/>
      </p:nvGrpSpPr>
      <p:grpSpPr>
        <a:xfrm>
          <a:off x="0" y="0"/>
          <a:ext cx="0" cy="0"/>
          <a:chOff x="0" y="0"/>
          <a:chExt cx="0" cy="0"/>
        </a:xfrm>
      </p:grpSpPr>
    </p:spTree>
    <p:extLst>
      <p:ext uri="{BB962C8B-B14F-4D97-AF65-F5344CB8AC3E}">
        <p14:creationId xmlns:p14="http://schemas.microsoft.com/office/powerpoint/2010/main" val="1966668020"/>
      </p:ext>
    </p:extLst>
  </p:cSld>
  <p:clrMapOvr>
    <a:masterClrMapping/>
  </p:clrMapOvr>
  <p:transition spd="slow">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295</TotalTime>
  <Words>400</Words>
  <Application>Microsoft Office PowerPoint</Application>
  <PresentationFormat>Panorámica</PresentationFormat>
  <Paragraphs>51</Paragraphs>
  <Slides>14</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14</vt:i4>
      </vt:variant>
    </vt:vector>
  </HeadingPairs>
  <TitlesOfParts>
    <vt:vector size="18" baseType="lpstr">
      <vt:lpstr>Arial</vt:lpstr>
      <vt:lpstr>Times New Roman</vt:lpstr>
      <vt:lpstr>Verdana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TÉCNICAS DE SOFT COMPUTING PARA DETERMINAR TIEMPO DE TITULACIÓN Y RETENCIÓN ESTUDIANTIL</dc:title>
  <dc:creator>Edison Cáceres</dc:creator>
  <cp:lastModifiedBy>Kushiro Morales</cp:lastModifiedBy>
  <cp:revision>7</cp:revision>
  <dcterms:created xsi:type="dcterms:W3CDTF">2025-08-08T01:16:58Z</dcterms:created>
  <dcterms:modified xsi:type="dcterms:W3CDTF">2025-09-16T12:26:24Z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2024-02-23T00:00:00Z</vt:filetime>
  </property>
  <property fmtid="{D5CDD505-2E9C-101B-9397-08002B2CF9AE}" pid="3" name="Creator">
    <vt:lpwstr>Microsoft® PowerPoint® para Microsoft 365</vt:lpwstr>
  </property>
  <property fmtid="{D5CDD505-2E9C-101B-9397-08002B2CF9AE}" pid="4" name="LastSaved">
    <vt:filetime>2025-08-08T00:00:00Z</vt:filetime>
  </property>
  <property fmtid="{D5CDD505-2E9C-101B-9397-08002B2CF9AE}" pid="5" name="Producer">
    <vt:lpwstr>Microsoft® PowerPoint® para Microsoft 365</vt:lpwstr>
  </property>
</Properties>
</file>